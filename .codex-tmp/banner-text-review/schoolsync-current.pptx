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Masters/slideMaster3.xml" ContentType="application/vnd.openxmlformats-officedocument.presentationml.slideMaster+xml"/>
  <Override PartName="/ppt/slideMasters/theme/theme4.xml" ContentType="application/vnd.openxmlformats-officedocument.theme+xml"/>
  <Override PartName="/ppt/slideMasters/slideMaster4.xml" ContentType="application/vnd.openxmlformats-officedocument.presentationml.slideMaster+xml"/>
  <Override PartName="/ppt/slideMasters/theme/theme5.xml" ContentType="application/vnd.openxmlformats-officedocument.theme+xml"/>
  <Override PartName="/ppt/slideMasters/slideMaster5.xml" ContentType="application/vnd.openxmlformats-officedocument.presentationml.slideMaster+xml"/>
  <Override PartName="/ppt/slideMasters/theme/theme6.xml" ContentType="application/vnd.openxmlformats-officedocument.theme+xml"/>
  <Override PartName="/ppt/slideMasters/slideMaster6.xml" ContentType="application/vnd.openxmlformats-officedocument.presentationml.slideMaster+xml"/>
  <Override PartName="/ppt/slideMasters/theme/theme7.xml" ContentType="application/vnd.openxmlformats-officedocument.theme+xml"/>
  <Override PartName="/ppt/slideMasters/slideMaster7.xml" ContentType="application/vnd.openxmlformats-officedocument.presentationml.slideMaster+xml"/>
  <Override PartName="/ppt/slideMasters/theme/theme8.xml" ContentType="application/vnd.openxmlformats-officedocument.theme+xml"/>
  <Override PartName="/ppt/slideMasters/slideMaster8.xml" ContentType="application/vnd.openxmlformats-officedocument.presentationml.slideMaster+xml"/>
  <Override PartName="/ppt/slideMasters/theme/theme9.xml" ContentType="application/vnd.openxmlformats-officedocument.theme+xml"/>
  <Override PartName="/ppt/slideMasters/slideMaster9.xml" ContentType="application/vnd.openxmlformats-officedocument.presentationml.slideMaster+xml"/>
  <Override PartName="/ppt/slideMasters/theme/theme10.xml" ContentType="application/vnd.openxmlformats-officedocument.theme+xml"/>
  <Override PartName="/ppt/slideMasters/slideMaster10.xml" ContentType="application/vnd.openxmlformats-officedocument.presentationml.slideMaster+xml"/>
  <Override PartName="/ppt/slideMasters/theme/theme11.xml" ContentType="application/vnd.openxmlformats-officedocument.theme+xml"/>
  <Override PartName="/ppt/slideMasters/slideMaster11.xml" ContentType="application/vnd.openxmlformats-officedocument.presentationml.slideMaster+xml"/>
  <Override PartName="/ppt/slideMasters/theme/theme12.xml" ContentType="application/vnd.openxmlformats-officedocument.theme+xml"/>
  <Override PartName="/ppt/slideMasters/slideMaster12.xml" ContentType="application/vnd.openxmlformats-officedocument.presentationml.slideMaster+xml"/>
  <Override PartName="/ppt/slideMasters/theme/theme1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1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121c58719484c74" /><Relationship Type="http://schemas.openxmlformats.org/officeDocument/2006/relationships/extended-properties" Target="/docProps/app.xml" Id="R544889f7973c49ad" /><Relationship Type="http://schemas.openxmlformats.org/officeDocument/2006/relationships/officeDocument" Target="/ppt/presentation.xml" Id="Rcac5e29f1a0f4a5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19e0070710b4728"/>
    <p:sldMasterId xmlns:r="http://schemas.openxmlformats.org/officeDocument/2006/relationships" id="2147483650" r:id="R75d8408cbb854a27"/>
    <p:sldMasterId xmlns:r="http://schemas.openxmlformats.org/officeDocument/2006/relationships" id="2147483652" r:id="Re4f95d09b7b5435b"/>
    <p:sldMasterId xmlns:r="http://schemas.openxmlformats.org/officeDocument/2006/relationships" id="2147483654" r:id="R5fd2bfcb1af642d8"/>
    <p:sldMasterId xmlns:r="http://schemas.openxmlformats.org/officeDocument/2006/relationships" id="2147483656" r:id="R3955641665db4860"/>
    <p:sldMasterId xmlns:r="http://schemas.openxmlformats.org/officeDocument/2006/relationships" id="2147483658" r:id="R8f4f9206f0ad440b"/>
    <p:sldMasterId xmlns:r="http://schemas.openxmlformats.org/officeDocument/2006/relationships" id="2147483660" r:id="Rbb952d1478ab452c"/>
    <p:sldMasterId xmlns:r="http://schemas.openxmlformats.org/officeDocument/2006/relationships" id="2147483662" r:id="R672867c87d44472c"/>
    <p:sldMasterId xmlns:r="http://schemas.openxmlformats.org/officeDocument/2006/relationships" id="2147483664" r:id="R552d543b0bf54d3a"/>
    <p:sldMasterId xmlns:r="http://schemas.openxmlformats.org/officeDocument/2006/relationships" id="2147483666" r:id="R434392be1c35477a"/>
    <p:sldMasterId xmlns:r="http://schemas.openxmlformats.org/officeDocument/2006/relationships" id="2147483668" r:id="R02a7f2658c6547a3"/>
    <p:sldMasterId xmlns:r="http://schemas.openxmlformats.org/officeDocument/2006/relationships" id="2147483670" r:id="R64efbbbc446e4a02"/>
  </p:sldMasterIdLst>
  <p:notesMasterIdLst>
    <p:notesMasterId xmlns:r="http://schemas.openxmlformats.org/officeDocument/2006/relationships" r:id="R640964071f744b0e"/>
  </p:notesMasterIdLst>
  <p:sldIdLst>
    <p:sldId xmlns:r="http://schemas.openxmlformats.org/officeDocument/2006/relationships" id="256" r:id="Rc07317a96c6f4ff9"/>
  </p:sldIdLst>
  <p:sldSz cx="28803600" cy="432054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c0ee547eaf94dba" /><Relationship Type="http://schemas.openxmlformats.org/officeDocument/2006/relationships/slideMaster" Target="/ppt/slideMasters/slideMaster1.xml" Id="Rb19e0070710b4728" /><Relationship Type="http://schemas.openxmlformats.org/officeDocument/2006/relationships/slideMaster" Target="/ppt/slideMasters/slideMaster2.xml" Id="R75d8408cbb854a27" /><Relationship Type="http://schemas.openxmlformats.org/officeDocument/2006/relationships/slideMaster" Target="/ppt/slideMasters/slideMaster3.xml" Id="Re4f95d09b7b5435b" /><Relationship Type="http://schemas.openxmlformats.org/officeDocument/2006/relationships/slideMaster" Target="/ppt/slideMasters/slideMaster4.xml" Id="R5fd2bfcb1af642d8" /><Relationship Type="http://schemas.openxmlformats.org/officeDocument/2006/relationships/slideMaster" Target="/ppt/slideMasters/slideMaster5.xml" Id="R3955641665db4860" /><Relationship Type="http://schemas.openxmlformats.org/officeDocument/2006/relationships/slideMaster" Target="/ppt/slideMasters/slideMaster6.xml" Id="R8f4f9206f0ad440b" /><Relationship Type="http://schemas.openxmlformats.org/officeDocument/2006/relationships/slideMaster" Target="/ppt/slideMasters/slideMaster7.xml" Id="Rbb952d1478ab452c" /><Relationship Type="http://schemas.openxmlformats.org/officeDocument/2006/relationships/slideMaster" Target="/ppt/slideMasters/slideMaster8.xml" Id="R672867c87d44472c" /><Relationship Type="http://schemas.openxmlformats.org/officeDocument/2006/relationships/slideMaster" Target="/ppt/slideMasters/slideMaster9.xml" Id="R552d543b0bf54d3a" /><Relationship Type="http://schemas.openxmlformats.org/officeDocument/2006/relationships/slideMaster" Target="/ppt/slideMasters/slideMaster10.xml" Id="R434392be1c35477a" /><Relationship Type="http://schemas.openxmlformats.org/officeDocument/2006/relationships/slideMaster" Target="/ppt/slideMasters/slideMaster11.xml" Id="R02a7f2658c6547a3" /><Relationship Type="http://schemas.openxmlformats.org/officeDocument/2006/relationships/slideMaster" Target="/ppt/slideMasters/slideMaster12.xml" Id="R64efbbbc446e4a02" /><Relationship Type="http://schemas.openxmlformats.org/officeDocument/2006/relationships/notesMaster" Target="/ppt/notesMasters/notesMaster1.xml" Id="R640964071f744b0e" /><Relationship Type="http://schemas.openxmlformats.org/officeDocument/2006/relationships/presProps" Target="/ppt/presProps.xml" Id="R9df8363f89af4984" /><Relationship Type="http://schemas.openxmlformats.org/officeDocument/2006/relationships/viewProps" Target="/ppt/viewProps.xml" Id="Rf98eccc631ed4467" /><Relationship Type="http://schemas.openxmlformats.org/officeDocument/2006/relationships/tableStyles" Target="/ppt/tableStyles.xml" Id="Re628452bff984e72" /><Relationship Type="http://schemas.openxmlformats.org/officeDocument/2006/relationships/slide" Target="/ppt/slides/slide1.xml" Id="Rc07317a96c6f4ff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14.xml" Id="Re54f345d733748b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1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6937c799f774a25" /><Relationship Type="http://schemas.openxmlformats.org/officeDocument/2006/relationships/notesMaster" Target="/ppt/notesMasters/notesMaster1.xml" Id="R0fae856e8301429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Comissão Coordenadora da 35ª META. Template e orientações para elaboração do banner, 2026.</a:t>
            </a:r>
          </a:p>
          <a:p xmlns:a="http://schemas.openxmlformats.org/drawingml/2006/main">
            <a:r>
              <a:t>- CEFET-MG. Edital da 35ª META e retificação, 2026.</a:t>
            </a:r>
          </a:p>
          <a:p xmlns:a="http://schemas.openxmlformats.org/drawingml/2006/main">
            <a:r>
              <a:t>- SCHOOLSYNC. Documentação do software SchoolSync. Timóteo: CEFET-MG, 2026.</a:t>
            </a:r>
          </a:p>
          <a:p xmlns:a="http://schemas.openxmlformats.org/drawingml/2006/main">
            <a:r>
              <a:t>- Capturas autênticas do aplicativo SchoolSync fornecidas pelo usuário em 25/08/2026: início/calendário, sala/atividade/membros e caderno.</a:t>
            </a:r>
          </a:p>
          <a:p xmlns:a="http://schemas.openxmlformats.org/drawingml/2006/main">
            <a:r>
              <a:t>- Angular: https://angular.dev</a:t>
            </a:r>
          </a:p>
          <a:p xmlns:a="http://schemas.openxmlformats.org/drawingml/2006/main">
            <a:r>
              <a:t>- Ionic Framework: https://ionicframework.com</a:t>
            </a:r>
          </a:p>
          <a:p xmlns:a="http://schemas.openxmlformats.org/drawingml/2006/main">
            <a:r>
              <a:t>- Spring Boot: https://spring.io/projects/spring-boot</a:t>
            </a:r>
          </a:p>
          <a:p xmlns:a="http://schemas.openxmlformats.org/drawingml/2006/main">
            <a:r>
              <a:t>- Verificação local em 20/08/2026: build do frontend e 6 testes automatizados da API.</a:t>
            </a:r>
          </a:p>
          <a:p xmlns:a="http://schemas.openxmlformats.org/drawingml/2006/main">
            <a:r>
              <a:t>
- Logotipo autêntico do SchoolSync fornecido pelo usuário e inserido ao lado do resumo.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6052ffde6f482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4d0779a69384c8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3.xml" Id="R1322b681301941e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4.xml" Id="Rd59e8a20ea6e406f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5.xml" Id="R1985cb3f1d3e410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6.xml" Id="R84e9eb8407f544d2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7.xml" Id="R1f5f0c9237774331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8.xml" Id="R330b8d6b7eb348f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9.xml" Id="Ree52b00c13e342ef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0.xml" Id="R6cf056078ee54d56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1.xml" Id="R1561b7198fa04f6e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2.xml" Id="R680f33566b544f7e" /></Relationships>
</file>

<file path=ppt/slideLayouts/slideLayout1.xml><?xml version="1.0" encoding="utf-8"?>
<p:sldLayout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Title, Content ove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69D4242F-8E86-4A54-8E12-6389903D6DB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60360" y="13421520"/>
            <a:ext cx="24482520" cy="9260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buNone/>
            </a:pPr>
            <a:endParaRPr sz="1800" b="0" spc="-1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F4927D98-900B-4B42-AA01-242533B3B8F8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1440000" y="10109880"/>
            <a:ext cx="25922880" cy="1195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>
              <a:spcBef>
                <a:spcPts val="1417"/>
              </a:spcBef>
              <a:buNone/>
            </a:pPr>
            <a:endParaRPr sz="1800" b="0" spc="-1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D7A0D10D-5E4A-40DB-B928-12077BE16288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1440000" y="23198400"/>
            <a:ext cx="25922880" cy="1195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>
              <a:spcBef>
                <a:spcPts val="1417"/>
              </a:spcBef>
              <a:buNone/>
            </a:pPr>
            <a:endParaRPr sz="1800" b="0" spc="-1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>
  <p:cSld name="Title, 4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EEAF6E5D-11BD-4689-9A97-0E2AC64351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60360" y="13421520"/>
            <a:ext cx="24482520" cy="9260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buNone/>
            </a:pPr>
            <a:endParaRPr sz="1800" b="0" spc="-1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F472C8B4-29BA-410E-AC83-7C03BFF3054F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1440000" y="10109880"/>
            <a:ext cx="12650040" cy="1195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>
              <a:spcBef>
                <a:spcPts val="1417"/>
              </a:spcBef>
              <a:buNone/>
            </a:pPr>
            <a:endParaRPr sz="1800" b="0" spc="-1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3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2DD0A4EF-5412-4C8E-8CAA-D3BCFACBC534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14722920" y="10109880"/>
            <a:ext cx="12650040" cy="1195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>
              <a:spcBef>
                <a:spcPts val="1417"/>
              </a:spcBef>
              <a:buNone/>
            </a:pPr>
            <a:endParaRPr sz="1800" b="0" spc="-1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9502F3CF-44D4-4CF7-B839-1CB158C1122B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1440000" y="23198400"/>
            <a:ext cx="12650040" cy="1195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>
              <a:spcBef>
                <a:spcPts val="1417"/>
              </a:spcBef>
              <a:buNone/>
            </a:pPr>
            <a:endParaRPr sz="1800" b="0" spc="-1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722E9A8C-4CBF-461A-9F28-B6276D21629D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14722920" y="23198400"/>
            <a:ext cx="12650040" cy="1195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>
              <a:spcBef>
                <a:spcPts val="1417"/>
              </a:spcBef>
              <a:buNone/>
            </a:pPr>
            <a:endParaRPr sz="1800" b="0" spc="-1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4.xml><?xml version="1.0" encoding="utf-8"?>
<p:sldLayout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5.xml><?xml version="1.0" encoding="utf-8"?>
<p:sldLayout xmlns:p="http://schemas.openxmlformats.org/presentationml/2006/main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7440B3D5-7989-4E7A-97F8-ECA5B297DF1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60360" y="13421520"/>
            <a:ext cx="24482520" cy="9260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buNone/>
            </a:pPr>
            <a:endParaRPr sz="1800" b="0" spc="-1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5DAFC992-558F-4B2F-8D74-B7FBE080A048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1440000" y="10109880"/>
            <a:ext cx="25922880" cy="25058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>
              <a:spcBef>
                <a:spcPts val="1417"/>
              </a:spcBef>
              <a:buNone/>
            </a:pPr>
            <a:endParaRPr sz="1800" b="0" spc="-1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6.xml><?xml version="1.0" encoding="utf-8"?>
<p:sldLayout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526C6059-D3AC-4B96-8C4C-CE11A7B65B0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60360" y="13421520"/>
            <a:ext cx="24482520" cy="9260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buNone/>
            </a:pPr>
            <a:endParaRPr sz="1800" b="0" spc="-1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12CBFC4F-B4B9-4497-802F-F53F4FECA281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1440000" y="10109880"/>
            <a:ext cx="25922880" cy="25058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>
              <a:spcBef>
                <a:spcPts val="1417"/>
              </a:spcBef>
              <a:buNone/>
            </a:pPr>
            <a:endParaRPr sz="1800" b="0" spc="-1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7.xml><?xml version="1.0" encoding="utf-8"?>
<p:sldLayout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8ADB2299-ED53-410C-8B6B-9768C85D6D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60360" y="13421520"/>
            <a:ext cx="24482520" cy="9260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buNone/>
            </a:pPr>
            <a:endParaRPr sz="1800" b="0" spc="-1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5DA415EE-BE0C-4985-83DA-3931663DFE77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1440000" y="10109880"/>
            <a:ext cx="12650040" cy="25058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>
              <a:spcBef>
                <a:spcPts val="1417"/>
              </a:spcBef>
              <a:buNone/>
            </a:pPr>
            <a:endParaRPr sz="1800" b="0" spc="-1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2B000356-D083-4028-B152-8529D6240C19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14722920" y="10109880"/>
            <a:ext cx="12650040" cy="25058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>
              <a:spcBef>
                <a:spcPts val="1417"/>
              </a:spcBef>
              <a:buNone/>
            </a:pPr>
            <a:endParaRPr sz="1800" b="0" spc="-1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8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76BCFB6C-1D5B-4B2A-ABF5-8289BA970A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60360" y="13421520"/>
            <a:ext cx="24482520" cy="9260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buNone/>
            </a:pPr>
            <a:endParaRPr sz="1800" b="0" spc="-1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9.xml><?xml version="1.0" encoding="utf-8"?>
<p:sldLayout xmlns:p="http://schemas.openxmlformats.org/presentationml/2006/main" preserve="1">
  <p:cSld name="Centered Text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10.xml><?xml version="1.0" encoding="utf-8"?>
<p:sldLayout xmlns:p="http://schemas.openxmlformats.org/presentationml/2006/main" preserve="1">
  <p:cSld name="Title, 2 Content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A12D1724-83A0-4B2F-8CDA-D6ABCE6D8DD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60360" y="13421520"/>
            <a:ext cx="24482520" cy="9260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buNone/>
            </a:pPr>
            <a:endParaRPr sz="1800" b="0" spc="-1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6183BA11-6DD9-48A8-93CC-34732D3BD562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1440000" y="10109880"/>
            <a:ext cx="12650040" cy="1195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>
              <a:spcBef>
                <a:spcPts val="1417"/>
              </a:spcBef>
              <a:buNone/>
            </a:pPr>
            <a:endParaRPr sz="1800" b="0" spc="-1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5AA145A7-062E-49F8-AAA8-F866B3324A20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14722920" y="10109880"/>
            <a:ext cx="12650040" cy="25058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>
              <a:spcBef>
                <a:spcPts val="1417"/>
              </a:spcBef>
              <a:buNone/>
            </a:pPr>
            <a:endParaRPr sz="1800" b="0" spc="-1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839D3E80-00F4-4DD7-8BE0-6DF4543F3E02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1440000" y="23198400"/>
            <a:ext cx="12650040" cy="1195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>
              <a:spcBef>
                <a:spcPts val="1417"/>
              </a:spcBef>
              <a:buNone/>
            </a:pPr>
            <a:endParaRPr sz="1800" b="0" spc="-1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>
  <p:cSld name="Title Content and 2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5F842B8D-5D78-4E8A-8D4A-DBFAE14A9D0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60360" y="13421520"/>
            <a:ext cx="24482520" cy="9260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buNone/>
            </a:pPr>
            <a:endParaRPr sz="1800" b="0" spc="-1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C312ABD8-868E-4219-B5FB-7AB69EAC4F4C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1440000" y="10109880"/>
            <a:ext cx="12650040" cy="25058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>
              <a:spcBef>
                <a:spcPts val="1417"/>
              </a:spcBef>
              <a:buNone/>
            </a:pPr>
            <a:endParaRPr sz="1800" b="0" spc="-1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6B9AC7E8-299B-4F7D-B3EE-C33E05AF42EA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14722920" y="10109880"/>
            <a:ext cx="12650040" cy="1195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>
              <a:spcBef>
                <a:spcPts val="1417"/>
              </a:spcBef>
              <a:buNone/>
            </a:pPr>
            <a:endParaRPr sz="1800" b="0" spc="-1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C1B6C748-0F05-41CF-9391-8CAF72097DC2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14722920" y="23198400"/>
            <a:ext cx="12650040" cy="1195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>
              <a:spcBef>
                <a:spcPts val="1417"/>
              </a:spcBef>
              <a:buNone/>
            </a:pPr>
            <a:endParaRPr sz="1800" b="0" spc="-1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>
  <p:cSld name="Title, 2 Content over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BFCF1F5C-3F81-4F6E-A77D-B8BEF878F3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60360" y="13421520"/>
            <a:ext cx="24482520" cy="9260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buNone/>
            </a:pPr>
            <a:endParaRPr sz="1800" b="0" spc="-1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F93AE7CD-AB96-4798-B706-DBC75AC31C64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1440000" y="10109880"/>
            <a:ext cx="12650040" cy="1195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>
              <a:spcBef>
                <a:spcPts val="1417"/>
              </a:spcBef>
              <a:buNone/>
            </a:pPr>
            <a:endParaRPr sz="1800" b="0" spc="-1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A6758148-51F7-4C64-9B6C-32E92225C765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14722920" y="10109880"/>
            <a:ext cx="12650040" cy="1195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>
              <a:spcBef>
                <a:spcPts val="1417"/>
              </a:spcBef>
              <a:buNone/>
            </a:pPr>
            <a:endParaRPr sz="1800" b="0" spc="-1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6768C932-C964-4617-A99D-01E7BA7C4B75}"/>
              </a:ext>
            </a:extLst>
          </p:cNvPr>
          <p:cNvSpPr>
            <a:spLocks xmlns:a="http://schemas.openxmlformats.org/drawingml/2006/main" noGrp="1"/>
          </p:cNvSpPr>
          <p:nvPr>
            <p:ph idx="0"/>
          </p:nvPr>
        </p:nvSpPr>
        <p:spPr>
          <a:xfrm xmlns:a="http://schemas.openxmlformats.org/drawingml/2006/main">
            <a:off x="1440000" y="23198400"/>
            <a:ext cx="25922880" cy="11952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indent="0">
              <a:spcBef>
                <a:spcPts val="1417"/>
              </a:spcBef>
              <a:buNone/>
            </a:pPr>
            <a:endParaRPr sz="1800" b="0" spc="-1">
              <a:solidFill>
                <a:schemeClr val="dk1"/>
              </a:solidFill>
              <a:latin typeface="Arial"/>
              <a:ea typeface="Arial"/>
              <a:cs typeface="Arial"/>
            </a:endParaR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a7d63375ec145fa" /><Relationship Type="http://schemas.openxmlformats.org/officeDocument/2006/relationships/slideLayout" Target="/ppt/slideLayouts/slideLayout1.xml" Id="Rf728dafd2f444f61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4f9dc3c8471d4549" /><Relationship Type="http://schemas.openxmlformats.org/officeDocument/2006/relationships/slideLayout" Target="/ppt/slideLayouts/slideLayout2.xml" Id="Re2fbac5a46e04d4b" /></Relationships>
</file>

<file path=ppt/slideMasters/_rels/slideMaster3.xml.rels>&#65279;<?xml version="1.0" encoding="utf-8"?><Relationships xmlns="http://schemas.openxmlformats.org/package/2006/relationships"><Relationship Type="http://schemas.openxmlformats.org/officeDocument/2006/relationships/theme" Target="/ppt/slideMasters/theme/theme4.xml" Id="Rfb3fa708d2a7415f" /><Relationship Type="http://schemas.openxmlformats.org/officeDocument/2006/relationships/slideLayout" Target="/ppt/slideLayouts/slideLayout3.xml" Id="R2a7739dc0a4b4416" /></Relationships>
</file>

<file path=ppt/slideMasters/_rels/slideMaster4.xml.rels>&#65279;<?xml version="1.0" encoding="utf-8"?><Relationships xmlns="http://schemas.openxmlformats.org/package/2006/relationships"><Relationship Type="http://schemas.openxmlformats.org/officeDocument/2006/relationships/theme" Target="/ppt/slideMasters/theme/theme5.xml" Id="R243b925a8ed74a99" /><Relationship Type="http://schemas.openxmlformats.org/officeDocument/2006/relationships/slideLayout" Target="/ppt/slideLayouts/slideLayout4.xml" Id="Radcf4f36ecd34cb5" /></Relationships>
</file>

<file path=ppt/slideMasters/_rels/slideMaster5.xml.rels>&#65279;<?xml version="1.0" encoding="utf-8"?><Relationships xmlns="http://schemas.openxmlformats.org/package/2006/relationships"><Relationship Type="http://schemas.openxmlformats.org/officeDocument/2006/relationships/theme" Target="/ppt/slideMasters/theme/theme6.xml" Id="R1b1c706e1f6e42fa" /><Relationship Type="http://schemas.openxmlformats.org/officeDocument/2006/relationships/slideLayout" Target="/ppt/slideLayouts/slideLayout5.xml" Id="R7c372a5e2cfe43b3" /></Relationships>
</file>

<file path=ppt/slideMasters/_rels/slideMaster6.xml.rels>&#65279;<?xml version="1.0" encoding="utf-8"?><Relationships xmlns="http://schemas.openxmlformats.org/package/2006/relationships"><Relationship Type="http://schemas.openxmlformats.org/officeDocument/2006/relationships/theme" Target="/ppt/slideMasters/theme/theme7.xml" Id="R26280ac6207e4742" /><Relationship Type="http://schemas.openxmlformats.org/officeDocument/2006/relationships/slideLayout" Target="/ppt/slideLayouts/slideLayout6.xml" Id="Rb9dbe9aeb5df4041" /></Relationships>
</file>

<file path=ppt/slideMasters/_rels/slideMaster7.xml.rels>&#65279;<?xml version="1.0" encoding="utf-8"?><Relationships xmlns="http://schemas.openxmlformats.org/package/2006/relationships"><Relationship Type="http://schemas.openxmlformats.org/officeDocument/2006/relationships/theme" Target="/ppt/slideMasters/theme/theme8.xml" Id="R16f916163ca74c14" /><Relationship Type="http://schemas.openxmlformats.org/officeDocument/2006/relationships/slideLayout" Target="/ppt/slideLayouts/slideLayout7.xml" Id="R1bb1ff46ed044f2e" /></Relationships>
</file>

<file path=ppt/slideMasters/_rels/slideMaster8.xml.rels>&#65279;<?xml version="1.0" encoding="utf-8"?><Relationships xmlns="http://schemas.openxmlformats.org/package/2006/relationships"><Relationship Type="http://schemas.openxmlformats.org/officeDocument/2006/relationships/theme" Target="/ppt/slideMasters/theme/theme9.xml" Id="R6b908ad399564e5f" /><Relationship Type="http://schemas.openxmlformats.org/officeDocument/2006/relationships/slideLayout" Target="/ppt/slideLayouts/slideLayout8.xml" Id="Raea19ea8d0804f8f" /></Relationships>
</file>

<file path=ppt/slideMasters/_rels/slideMaster9.xml.rels>&#65279;<?xml version="1.0" encoding="utf-8"?><Relationships xmlns="http://schemas.openxmlformats.org/package/2006/relationships"><Relationship Type="http://schemas.openxmlformats.org/officeDocument/2006/relationships/theme" Target="/ppt/slideMasters/theme/theme10.xml" Id="R528513f8ab04428d" /><Relationship Type="http://schemas.openxmlformats.org/officeDocument/2006/relationships/slideLayout" Target="/ppt/slideLayouts/slideLayout9.xml" Id="R4614b2d9cc5443b2" /></Relationships>
</file>

<file path=ppt/slideMasters/_rels/slideMaster10.xml.rels>&#65279;<?xml version="1.0" encoding="utf-8"?><Relationships xmlns="http://schemas.openxmlformats.org/package/2006/relationships"><Relationship Type="http://schemas.openxmlformats.org/officeDocument/2006/relationships/theme" Target="/ppt/slideMasters/theme/theme11.xml" Id="R3a1c60c8560e4618" /><Relationship Type="http://schemas.openxmlformats.org/officeDocument/2006/relationships/slideLayout" Target="/ppt/slideLayouts/slideLayout10.xml" Id="R6fe21e8ee9954151" /></Relationships>
</file>

<file path=ppt/slideMasters/_rels/slideMaster11.xml.rels>&#65279;<?xml version="1.0" encoding="utf-8"?><Relationships xmlns="http://schemas.openxmlformats.org/package/2006/relationships"><Relationship Type="http://schemas.openxmlformats.org/officeDocument/2006/relationships/theme" Target="/ppt/slideMasters/theme/theme12.xml" Id="R125304f745664692" /><Relationship Type="http://schemas.openxmlformats.org/officeDocument/2006/relationships/slideLayout" Target="/ppt/slideLayouts/slideLayout11.xml" Id="Ra32965c33cc94350" /></Relationships>
</file>

<file path=ppt/slideMasters/_rels/slideMaster12.xml.rels>&#65279;<?xml version="1.0" encoding="utf-8"?><Relationships xmlns="http://schemas.openxmlformats.org/package/2006/relationships"><Relationship Type="http://schemas.openxmlformats.org/officeDocument/2006/relationships/theme" Target="/ppt/slideMasters/theme/theme13.xml" Id="Re11c7f4d61174478" /><Relationship Type="http://schemas.openxmlformats.org/officeDocument/2006/relationships/slideLayout" Target="/ppt/slideLayouts/slideLayout12.xml" Id="Rc8538aab205f4cb5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728dafd2f444f61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2BEB545F-16AC-4BF9-B295-CDBFFBFA73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60360" y="13421520"/>
            <a:ext cx="24482520" cy="9260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buNone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do texto do título</a:t>
            </a:r>
          </a:p>
        </p:txBody>
      </p:sp>
      <p:sp>
        <p:nvSpPr>
          <p:cNvPr id="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35A2253F-D235-4E3A-BF46-FED80D43924D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440000" y="10109880"/>
            <a:ext cx="25922520" cy="11952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de texto dos tópicos</a:t>
            </a: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2.º nível de tópicos</a:t>
            </a: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3.º nível de tópicos</a:t>
            </a: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4.º nível de tópicos</a:t>
            </a: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5.º nível de tópicos</a:t>
            </a: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6.º nível de tópicos</a:t>
            </a: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7.º nível de tópicos</a:t>
            </a:r>
          </a:p>
        </p:txBody>
      </p:sp>
      <p:sp>
        <p:nvSpPr>
          <p:cNvPr id="2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0A74A7EC-74A4-4318-9580-7A1FCDEA10AC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440000" y="23198400"/>
            <a:ext cx="25922520" cy="11952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de texto dos tópicos</a:t>
            </a: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2.º nível de tópicos</a:t>
            </a: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3.º nível de tópicos</a:t>
            </a: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4.º nível de tópicos</a:t>
            </a: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5.º nível de tópicos</a:t>
            </a: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6.º nível de tópicos</a:t>
            </a: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7.º nível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e2fbac5a46e04d4b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3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E1A91880-D35D-4422-AC3B-B6C982EB7C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60360" y="13421520"/>
            <a:ext cx="24482520" cy="9260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buNone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do texto do título</a:t>
            </a:r>
          </a:p>
        </p:txBody>
      </p:sp>
      <p:sp>
        <p:nvSpPr>
          <p:cNvPr id="7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20DDE4CB-91E8-4C3B-80D2-E152E0FCD036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440000" y="10109880"/>
            <a:ext cx="12649680" cy="11952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de texto dos tópicos</a:t>
            </a: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2.º nível de tópicos</a:t>
            </a: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3.º nível de tópicos</a:t>
            </a: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4.º nível de tópicos</a:t>
            </a: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5.º nível de tópicos</a:t>
            </a: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6.º nível de tópicos</a:t>
            </a: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7.º nível de tópicos</a:t>
            </a:r>
          </a:p>
        </p:txBody>
      </p:sp>
      <p:sp>
        <p:nvSpPr>
          <p:cNvPr id="8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B6BE50CE-BBFA-4451-A943-6E39E4AB93FF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4722920" y="10109880"/>
            <a:ext cx="12649680" cy="11952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de texto dos tópicos</a:t>
            </a: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2.º nível de tópicos</a:t>
            </a: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3.º nível de tópicos</a:t>
            </a: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4.º nível de tópicos</a:t>
            </a: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5.º nível de tópicos</a:t>
            </a: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6.º nível de tópicos</a:t>
            </a: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7.º nível de tópicos</a:t>
            </a:r>
          </a:p>
        </p:txBody>
      </p:sp>
      <p:sp>
        <p:nvSpPr>
          <p:cNvPr id="9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4A272F73-3777-416A-A9BC-8A9D76D4BA00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440000" y="23198400"/>
            <a:ext cx="12649680" cy="11952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de texto dos tópicos</a:t>
            </a: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2.º nível de tópicos</a:t>
            </a: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3.º nível de tópicos</a:t>
            </a: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4.º nível de tópicos</a:t>
            </a: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5.º nível de tópicos</a:t>
            </a: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6.º nível de tópicos</a:t>
            </a: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7.º nível de tópicos</a:t>
            </a:r>
          </a:p>
        </p:txBody>
      </p:sp>
      <p:sp>
        <p:nvSpPr>
          <p:cNvPr id="10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FE9A5850-82F2-4BF3-AAC1-3968FB39732D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4722920" y="23198400"/>
            <a:ext cx="12649680" cy="11952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de texto dos tópicos</a:t>
            </a: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2.º nível de tópicos</a:t>
            </a: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3.º nível de tópicos</a:t>
            </a: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4.º nível de tópicos</a:t>
            </a: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5.º nível de tópicos</a:t>
            </a: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6.º nível de tópicos</a:t>
            </a: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7.º nível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3" r:id="R2a7739dc0a4b4416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4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26151056-AD88-4FC2-99B3-1C01383E63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60360" y="13421520"/>
            <a:ext cx="24482520" cy="9260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buNone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do texto do título</a:t>
            </a:r>
          </a:p>
        </p:txBody>
      </p:sp>
      <p:sp>
        <p:nvSpPr>
          <p:cNvPr id="17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77753843-3580-4631-A53E-12BD6410E225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440000" y="10109880"/>
            <a:ext cx="8346600" cy="11952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de texto dos tópicos</a:t>
            </a: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2.º nível de tópicos</a:t>
            </a: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3.º nível de tópicos</a:t>
            </a: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4.º nível de tópicos</a:t>
            </a: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5.º nível de tópicos</a:t>
            </a: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6.º nível de tópicos</a:t>
            </a: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7.º nível de tópicos</a:t>
            </a:r>
          </a:p>
        </p:txBody>
      </p:sp>
      <p:sp>
        <p:nvSpPr>
          <p:cNvPr id="18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BA4D4243-B504-4D00-971C-304460B99F17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0204560" y="10109880"/>
            <a:ext cx="8346600" cy="11952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de texto dos tópicos</a:t>
            </a: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2.º nível de tópicos</a:t>
            </a: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3.º nível de tópicos</a:t>
            </a: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4.º nível de tópicos</a:t>
            </a: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5.º nível de tópicos</a:t>
            </a: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6.º nível de tópicos</a:t>
            </a: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7.º nível de tópicos</a:t>
            </a:r>
          </a:p>
        </p:txBody>
      </p:sp>
      <p:sp>
        <p:nvSpPr>
          <p:cNvPr id="19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8824CE54-8386-4641-A660-66BEEF1AFC71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8969480" y="10109880"/>
            <a:ext cx="8346600" cy="11952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de texto dos tópicos</a:t>
            </a: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2.º nível de tópicos</a:t>
            </a: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3.º nível de tópicos</a:t>
            </a: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4.º nível de tópicos</a:t>
            </a: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5.º nível de tópicos</a:t>
            </a: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6.º nível de tópicos</a:t>
            </a: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7.º nível de tópicos</a:t>
            </a:r>
          </a:p>
        </p:txBody>
      </p:sp>
      <p:sp>
        <p:nvSpPr>
          <p:cNvPr id="20" name="PlaceHolder 5">
            <a:extLst xmlns:a="http://schemas.openxmlformats.org/drawingml/2006/main">
              <a:ext uri="{FF2B5EF4-FFF2-40B4-BE49-F238E27FC236}">
                <a16:creationId xmlns:a16="http://schemas.microsoft.com/office/drawing/2014/main" id="{7C6866BC-EECC-43B3-8C44-38E5B4B693EA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440000" y="23198400"/>
            <a:ext cx="8346600" cy="11952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de texto dos tópicos</a:t>
            </a: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2.º nível de tópicos</a:t>
            </a: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3.º nível de tópicos</a:t>
            </a: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4.º nível de tópicos</a:t>
            </a: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5.º nível de tópicos</a:t>
            </a: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6.º nível de tópicos</a:t>
            </a: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7.º nível de tópicos</a:t>
            </a:r>
          </a:p>
        </p:txBody>
      </p:sp>
      <p:sp>
        <p:nvSpPr>
          <p:cNvPr id="21" name="PlaceHolder 6">
            <a:extLst xmlns:a="http://schemas.openxmlformats.org/drawingml/2006/main">
              <a:ext uri="{FF2B5EF4-FFF2-40B4-BE49-F238E27FC236}">
                <a16:creationId xmlns:a16="http://schemas.microsoft.com/office/drawing/2014/main" id="{1940ABBF-1290-4981-8457-CE23E0E00854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0204560" y="23198400"/>
            <a:ext cx="8346600" cy="11952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de texto dos tópicos</a:t>
            </a: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2.º nível de tópicos</a:t>
            </a: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3.º nível de tópicos</a:t>
            </a: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4.º nível de tópicos</a:t>
            </a: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5.º nível de tópicos</a:t>
            </a: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6.º nível de tópicos</a:t>
            </a: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7.º nível de tópicos</a:t>
            </a:r>
          </a:p>
        </p:txBody>
      </p:sp>
      <p:sp>
        <p:nvSpPr>
          <p:cNvPr id="22" name="PlaceHolder 7">
            <a:extLst xmlns:a="http://schemas.openxmlformats.org/drawingml/2006/main">
              <a:ext uri="{FF2B5EF4-FFF2-40B4-BE49-F238E27FC236}">
                <a16:creationId xmlns:a16="http://schemas.microsoft.com/office/drawing/2014/main" id="{3AEA2AC4-2EBC-4275-AF69-4B6C1A84092F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8969480" y="23198400"/>
            <a:ext cx="8346600" cy="11952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de texto dos tópicos</a:t>
            </a: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2.º nível de tópicos</a:t>
            </a: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3.º nível de tópicos</a:t>
            </a: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4.º nível de tópicos</a:t>
            </a: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5.º nível de tópicos</a:t>
            </a: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6.º nível de tópicos</a:t>
            </a: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7.º nível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5" r:id="Radcf4f36ecd34cb5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5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C433BF6F-AC9B-4307-866B-3B18AB8606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60360" y="13421520"/>
            <a:ext cx="24482520" cy="9260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buNone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do texto do título</a:t>
            </a:r>
          </a:p>
        </p:txBody>
      </p:sp>
      <p:sp>
        <p:nvSpPr>
          <p:cNvPr id="24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730CE87E-C200-47CE-A5A4-9019B52A71B3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440000" y="10109880"/>
            <a:ext cx="25922880" cy="25058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de texto dos tópicos</a:t>
            </a: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2.º nível de tópicos</a:t>
            </a: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3.º nível de tópicos</a:t>
            </a: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4.º nível de tópicos</a:t>
            </a: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5.º nível de tópicos</a:t>
            </a: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6.º nível de tópicos</a:t>
            </a: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7.º nível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7" r:id="R7c372a5e2cfe43b3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6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568559AF-EA7B-4846-97ED-FDDBF46A2D4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60360" y="13421520"/>
            <a:ext cx="24482520" cy="9260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buNone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do texto do título</a:t>
            </a:r>
          </a:p>
        </p:txBody>
      </p:sp>
      <p:sp>
        <p:nvSpPr>
          <p:cNvPr id="28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F258BAFE-3764-40B8-AEFE-3641A159F997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440000" y="10109880"/>
            <a:ext cx="25922520" cy="2505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de texto dos tópicos</a:t>
            </a: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2.º nível de tópicos</a:t>
            </a: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3.º nível de tópicos</a:t>
            </a: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4.º nível de tópicos</a:t>
            </a: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5.º nível de tópicos</a:t>
            </a: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6.º nível de tópicos</a:t>
            </a: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7.º nível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9" r:id="Rb9dbe9aeb5df4041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7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1E88DE8F-399D-48B7-B639-B6D60FF98D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60360" y="13421520"/>
            <a:ext cx="24482520" cy="9260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buNone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do texto do título</a:t>
            </a:r>
          </a:p>
        </p:txBody>
      </p:sp>
      <p:sp>
        <p:nvSpPr>
          <p:cNvPr id="32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D74BC1DC-E769-4C46-A9DA-625CF89914A2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440000" y="10109880"/>
            <a:ext cx="12649680" cy="2505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de texto dos tópicos</a:t>
            </a: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2.º nível de tópicos</a:t>
            </a: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3.º nível de tópicos</a:t>
            </a: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4.º nível de tópicos</a:t>
            </a: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5.º nível de tópicos</a:t>
            </a: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6.º nível de tópicos</a:t>
            </a: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7.º nível de tópicos</a:t>
            </a:r>
          </a:p>
        </p:txBody>
      </p:sp>
      <p:sp>
        <p:nvSpPr>
          <p:cNvPr id="33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FE3F74BF-B6E8-45C4-890E-A7F79D9ADDAC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4722920" y="10109880"/>
            <a:ext cx="12649680" cy="2505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de texto dos tópicos</a:t>
            </a: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2.º nível de tópicos</a:t>
            </a: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3.º nível de tópicos</a:t>
            </a: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4.º nível de tópicos</a:t>
            </a: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5.º nível de tópicos</a:t>
            </a: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6.º nível de tópicos</a:t>
            </a: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7.º nível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1" r:id="R1bb1ff46ed044f2e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8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9E103569-1239-4CDE-9F21-6B0B349704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60360" y="13421520"/>
            <a:ext cx="24482520" cy="9260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buNone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do texto do título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3" r:id="Raea19ea8d0804f8f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9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5" r:id="R4614b2d9cc5443b2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0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98B3CE77-B1D6-415A-AADE-A9C6068803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60360" y="13421520"/>
            <a:ext cx="24482520" cy="9260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buNone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do texto do título</a:t>
            </a:r>
          </a:p>
        </p:txBody>
      </p:sp>
      <p:sp>
        <p:nvSpPr>
          <p:cNvPr id="40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29636AC3-BDAD-4611-B186-850586A099F5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440000" y="10109880"/>
            <a:ext cx="12649680" cy="11952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de texto dos tópicos</a:t>
            </a: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2.º nível de tópicos</a:t>
            </a: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3.º nível de tópicos</a:t>
            </a: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4.º nível de tópicos</a:t>
            </a: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5.º nível de tópicos</a:t>
            </a: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6.º nível de tópicos</a:t>
            </a: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7.º nível de tópicos</a:t>
            </a:r>
          </a:p>
        </p:txBody>
      </p:sp>
      <p:sp>
        <p:nvSpPr>
          <p:cNvPr id="41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E8A2C116-9194-447A-A49B-F93D9D62204C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4722920" y="10109880"/>
            <a:ext cx="12649680" cy="2505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de texto dos tópicos</a:t>
            </a: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2.º nível de tópicos</a:t>
            </a: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3.º nível de tópicos</a:t>
            </a: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4.º nível de tópicos</a:t>
            </a: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5.º nível de tópicos</a:t>
            </a: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6.º nível de tópicos</a:t>
            </a: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7.º nível de tópicos</a:t>
            </a:r>
          </a:p>
        </p:txBody>
      </p:sp>
      <p:sp>
        <p:nvSpPr>
          <p:cNvPr id="42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A8A49721-F70C-4814-B584-59CBC290E67A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440000" y="23198400"/>
            <a:ext cx="12649680" cy="11952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de texto dos tópicos</a:t>
            </a: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2.º nível de tópicos</a:t>
            </a: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3.º nível de tópicos</a:t>
            </a: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4.º nível de tópicos</a:t>
            </a: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5.º nível de tópicos</a:t>
            </a: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6.º nível de tópicos</a:t>
            </a: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7.º nível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7" r:id="R6fe21e8ee9954151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1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CEC7B9A0-9D64-4CDC-8E5B-651BE0054FF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60360" y="13421520"/>
            <a:ext cx="24482520" cy="9260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buNone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do texto do título</a:t>
            </a:r>
          </a:p>
        </p:txBody>
      </p:sp>
      <p:sp>
        <p:nvSpPr>
          <p:cNvPr id="48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75D17894-E0FB-49AA-A1E1-9D15462FD081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440000" y="10109880"/>
            <a:ext cx="12649680" cy="25058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de texto dos tópicos</a:t>
            </a: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2.º nível de tópicos</a:t>
            </a: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3.º nível de tópicos</a:t>
            </a: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4.º nível de tópicos</a:t>
            </a: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5.º nível de tópicos</a:t>
            </a: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6.º nível de tópicos</a:t>
            </a: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7.º nível de tópicos</a:t>
            </a:r>
          </a:p>
        </p:txBody>
      </p:sp>
      <p:sp>
        <p:nvSpPr>
          <p:cNvPr id="49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05622C7F-CA84-4CA5-9259-B6EC73D2A9C7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4722920" y="10109880"/>
            <a:ext cx="12649680" cy="11952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de texto dos tópicos</a:t>
            </a: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2.º nível de tópicos</a:t>
            </a: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3.º nível de tópicos</a:t>
            </a: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4.º nível de tópicos</a:t>
            </a: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5.º nível de tópicos</a:t>
            </a: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6.º nível de tópicos</a:t>
            </a: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7.º nível de tópicos</a:t>
            </a:r>
          </a:p>
        </p:txBody>
      </p:sp>
      <p:sp>
        <p:nvSpPr>
          <p:cNvPr id="50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462BEC1D-C68B-4830-BDB7-86BE053FA5DF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4722920" y="23198400"/>
            <a:ext cx="12649680" cy="11952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de texto dos tópicos</a:t>
            </a: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2.º nível de tópicos</a:t>
            </a: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3.º nível de tópicos</a:t>
            </a: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4.º nível de tópicos</a:t>
            </a: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5.º nível de tópicos</a:t>
            </a: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6.º nível de tópicos</a:t>
            </a: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7.º nível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69" r:id="Ra32965c33cc94350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12.xml><?xml version="1.0" encoding="utf-8"?>
<p:sldMaster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5" name="PlaceHolder 1">
            <a:extLst xmlns:a="http://schemas.openxmlformats.org/drawingml/2006/main">
              <a:ext uri="{FF2B5EF4-FFF2-40B4-BE49-F238E27FC236}">
                <a16:creationId xmlns:a16="http://schemas.microsoft.com/office/drawing/2014/main" id="{EC3E66FB-C417-4AC0-AF8B-056DCC936E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160360" y="13421520"/>
            <a:ext cx="24482520" cy="92602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indent="0">
              <a:buNone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do texto do título</a:t>
            </a:r>
          </a:p>
        </p:txBody>
      </p:sp>
      <p:sp>
        <p:nvSpPr>
          <p:cNvPr id="56" name="PlaceHolder 2">
            <a:extLst xmlns:a="http://schemas.openxmlformats.org/drawingml/2006/main">
              <a:ext uri="{FF2B5EF4-FFF2-40B4-BE49-F238E27FC236}">
                <a16:creationId xmlns:a16="http://schemas.microsoft.com/office/drawing/2014/main" id="{8E1FC779-64F4-494E-8A8D-53711A967A52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440000" y="10109880"/>
            <a:ext cx="12649680" cy="11952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de texto dos tópicos</a:t>
            </a: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2.º nível de tópicos</a:t>
            </a: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3.º nível de tópicos</a:t>
            </a: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4.º nível de tópicos</a:t>
            </a: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5.º nível de tópicos</a:t>
            </a: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6.º nível de tópicos</a:t>
            </a: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7.º nível de tópicos</a:t>
            </a:r>
          </a:p>
        </p:txBody>
      </p:sp>
      <p:sp>
        <p:nvSpPr>
          <p:cNvPr id="57" name="PlaceHolder 3">
            <a:extLst xmlns:a="http://schemas.openxmlformats.org/drawingml/2006/main">
              <a:ext uri="{FF2B5EF4-FFF2-40B4-BE49-F238E27FC236}">
                <a16:creationId xmlns:a16="http://schemas.microsoft.com/office/drawing/2014/main" id="{928FB8C1-2882-4802-9D8B-B20EA39A3D8E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4722920" y="10109880"/>
            <a:ext cx="12649680" cy="11952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de texto dos tópicos</a:t>
            </a: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2.º nível de tópicos</a:t>
            </a: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3.º nível de tópicos</a:t>
            </a: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4.º nível de tópicos</a:t>
            </a: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5.º nível de tópicos</a:t>
            </a: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6.º nível de tópicos</a:t>
            </a: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7.º nível de tópicos</a:t>
            </a:r>
          </a:p>
        </p:txBody>
      </p:sp>
      <p:sp>
        <p:nvSpPr>
          <p:cNvPr id="58" name="PlaceHolder 4">
            <a:extLst xmlns:a="http://schemas.openxmlformats.org/drawingml/2006/main">
              <a:ext uri="{FF2B5EF4-FFF2-40B4-BE49-F238E27FC236}">
                <a16:creationId xmlns:a16="http://schemas.microsoft.com/office/drawing/2014/main" id="{0FB2081A-2A6D-4956-A98A-21A52E8364BB}"/>
              </a:ext>
            </a:extLst>
          </p:cNvPr>
          <p:cNvSpPr>
            <a:spLocks xmlns:a="http://schemas.openxmlformats.org/drawingml/2006/main" noGrp="1"/>
          </p:cNvSpPr>
          <p:nvPr>
            <p:ph type="body" idx="0"/>
          </p:nvPr>
        </p:nvSpPr>
        <p:spPr>
          <a:xfrm xmlns:a="http://schemas.openxmlformats.org/drawingml/2006/main">
            <a:off x="1440000" y="23198400"/>
            <a:ext cx="25922520" cy="11952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Clique para editar o formato de texto dos tópicos</a:t>
            </a:r>
          </a:p>
          <a:p xmlns:a="http://schemas.openxmlformats.org/drawingml/2006/main"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2.º nível de tópicos</a:t>
            </a:r>
          </a:p>
          <a:p xmlns:a="http://schemas.openxmlformats.org/drawingml/2006/main"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3.º nível de tópicos</a:t>
            </a:r>
          </a:p>
          <a:p xmlns:a="http://schemas.openxmlformats.org/drawingml/2006/main"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4.º nível de tópicos</a:t>
            </a:r>
          </a:p>
          <a:p xmlns:a="http://schemas.openxmlformats.org/drawingml/2006/main"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5.º nível de tópicos</a:t>
            </a:r>
          </a:p>
          <a:p xmlns:a="http://schemas.openxmlformats.org/drawingml/2006/main"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6.º nível de tópicos</a:t>
            </a:r>
          </a:p>
          <a:p xmlns:a="http://schemas.openxmlformats.org/drawingml/2006/main"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1800" b="0" spc="-1">
                <a:solidFill>
                  <a:schemeClr val="dk1"/>
                </a:solidFill>
                <a:latin typeface="Arial"/>
                <a:ea typeface="Arial"/>
                <a:cs typeface="Arial"/>
              </a:rPr>
              <a:t>7.º nível de tópicos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71" r:id="Rc8538aab205f4cb5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</a:theme>
</file>

<file path=ppt/slideMasters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</a:theme>
</file>

<file path=ppt/slideMasters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</a:theme>
</file>

<file path=ppt/slideMasters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</a:theme>
</file>

<file path=ppt/slideMasters/theme/theme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</a:theme>
</file>

<file path=ppt/slideMasters/theme/theme7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</a:theme>
</file>

<file path=ppt/slideMasters/theme/theme8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</a:theme>
</file>

<file path=ppt/slideMasters/theme/theme9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</a:theme>
</file>

<file path=ppt/slideMasters/theme/theme10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</a:theme>
</file>

<file path=ppt/slideMasters/theme/theme1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</a:theme>
</file>

<file path=ppt/slideMasters/theme/theme1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</a:theme>
</file>

<file path=ppt/slideMasters/theme/theme1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19e5b887255646b0" /><Relationship Type="http://schemas.openxmlformats.org/officeDocument/2006/relationships/image" Target="/ppt/media/image.jpeg" Id="Rebdc3a40dde34710" /><Relationship Type="http://schemas.openxmlformats.org/officeDocument/2006/relationships/image" Target="/ppt/media/image2.jpeg" Id="Rd03d854cc68c4e2b" /><Relationship Type="http://schemas.openxmlformats.org/officeDocument/2006/relationships/image" Target="/ppt/media/image.png" Id="R92b0a638821e4f5b" /><Relationship Type="http://schemas.openxmlformats.org/officeDocument/2006/relationships/image" Target="/ppt/media/image2.png" Id="Ra10fc884b03a423c" /><Relationship Type="http://schemas.openxmlformats.org/officeDocument/2006/relationships/image" Target="/ppt/media/image3.png" Id="R4ab19f93971541a1" /><Relationship Type="http://schemas.openxmlformats.org/officeDocument/2006/relationships/image" Target="/ppt/media/image3.jpeg" Id="Reca8a184b8d748eb" /><Relationship Type="http://schemas.openxmlformats.org/officeDocument/2006/relationships/notesSlide" Target="/ppt/notesSlides/notesSlide1.xml" Id="Re389d3b9c7724be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3" name="CustomShape 1">
            <a:extLst xmlns:a="http://schemas.openxmlformats.org/drawingml/2006/main">
              <a:ext uri="{FF2B5EF4-FFF2-40B4-BE49-F238E27FC236}">
                <a16:creationId xmlns:a16="http://schemas.microsoft.com/office/drawing/2014/main" id="{EC26E008-8F30-4271-A0DF-724E691F0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60" y="5900040"/>
            <a:ext cx="27143640" cy="14306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11" tIns="44958" rIns="90011" bIns="44958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defRPr sz="79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7950" b="1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SCHOOLSYNC: ORGANIZAÇÃO ACADÊMICA COLABORATIVA</a:t>
            </a:r>
            <a:endParaRPr sz="8800" b="0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" name="CustomShape 2">
            <a:extLst xmlns:a="http://schemas.openxmlformats.org/drawingml/2006/main">
              <a:ext uri="{FF2B5EF4-FFF2-40B4-BE49-F238E27FC236}">
                <a16:creationId xmlns:a16="http://schemas.microsoft.com/office/drawing/2014/main" id="{73E8B79C-82C7-41D2-8C9B-80CF48951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60" y="7649280"/>
            <a:ext cx="28724040" cy="15530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11" tIns="44958" rIns="90011" bIns="44958" anchor="ctr">
            <a:noAutofit/>
          </a:bodyPr>
          <a:lstStyle xmlns:a="http://schemas.openxmlformats.org/drawingml/2006/main"/>
          <a:p xmlns:a="http://schemas.openxmlformats.org/drawingml/2006/main">
            <a:pPr algn="ctr" defTabSz="914400">
              <a:lnSpc>
                <a:spcPct val="100000"/>
              </a:lnSpc>
              <a:buNone/>
              <a:defRPr sz="48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800" b="0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Marcos Daniel Vieira Benedito; Victor Hugo Mendes Soares.</a:t>
            </a:r>
            <a:endParaRPr sz="4800" b="0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 defTabSz="914400">
              <a:lnSpc>
                <a:spcPct val="100000"/>
              </a:lnSpc>
              <a:buNone/>
              <a:defRPr sz="48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4800" b="0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Maurílio Alves Martins da Costa (Orientador).</a:t>
            </a:r>
            <a:endParaRPr sz="4800" b="0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1" name="CustomShape 9">
            <a:extLst xmlns:a="http://schemas.openxmlformats.org/drawingml/2006/main">
              <a:ext uri="{FF2B5EF4-FFF2-40B4-BE49-F238E27FC236}">
                <a16:creationId xmlns:a16="http://schemas.microsoft.com/office/drawing/2014/main" id="{8774F673-35C5-468A-9FB9-A1D326ED8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00" y="19758780"/>
            <a:ext cx="13319280" cy="579585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11" tIns="44958" rIns="90011" bIns="44958" anchor="t">
            <a:noAutofit/>
          </a:bodyPr>
          <a:lstStyle xmlns:a="http://schemas.openxmlformats.org/drawingml/2006/main"/>
          <a:p xmlns:a="http://schemas.openxmlformats.org/drawingml/2006/main">
            <a:pPr algn="just" defTabSz="914400">
              <a:lnSpc>
                <a:spcPct val="104000"/>
              </a:lnSpc>
              <a:buNone/>
              <a:defRPr sz="34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0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Centralizar atividades, tarefas e prazos acadêmicos; apoiar a colaboração em salas e grupos; facilitar a divisão de responsabilidades; oferecer calendário com indicadores visuais; enviar notificações; e permitir o acompanhamento de status e pontuações. A proposta busca reduzir esquecimentos, atrasos e dúvidas sobre o que deve ser feito, por quem e até quando.</a:t>
            </a:r>
            <a:endParaRPr sz="3200" b="0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2" name="CustomShape 10">
            <a:extLst xmlns:a="http://schemas.openxmlformats.org/drawingml/2006/main">
              <a:ext uri="{FF2B5EF4-FFF2-40B4-BE49-F238E27FC236}">
                <a16:creationId xmlns:a16="http://schemas.microsoft.com/office/drawing/2014/main" id="{00C9AE94-AEF3-46A9-9490-BF7CBDF5A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3" y="11447526"/>
            <a:ext cx="9239250" cy="5850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11" tIns="44958" rIns="90011" bIns="44958" anchor="t">
            <a:noAutofit/>
          </a:bodyPr>
          <a:lstStyle xmlns:a="http://schemas.openxmlformats.org/drawingml/2006/main"/>
          <a:p xmlns:a="http://schemas.openxmlformats.org/drawingml/2006/main">
            <a:pPr algn="just" defTabSz="914400">
              <a:lnSpc>
                <a:spcPct val="104000"/>
              </a:lnSpc>
              <a:buNone/>
              <a:defRPr sz="34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450" b="0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O SchoolSync é uma aplicação móvel e web desenvolvida para centralizar a rotina acadêmica. A plataforma reduz a dispersão de informações em agendas, mensagens e ferramentas isoladas ao reunir salas, grupos, atividades, tarefas, comentários, calendário e notificações. Estudantes acompanham prazos, pontuações e responsabilidades em um ambiente colaborativo, enquanto líderes organizam equipes e distribuem tarefas com maior clareza.</a:t>
            </a:r>
            <a:endParaRPr sz="3600" b="0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3" name="CustomShape 11">
            <a:extLst xmlns:a="http://schemas.openxmlformats.org/drawingml/2006/main">
              <a:ext uri="{FF2B5EF4-FFF2-40B4-BE49-F238E27FC236}">
                <a16:creationId xmlns:a16="http://schemas.microsoft.com/office/drawing/2014/main" id="{4D0194BB-4D76-4B49-B9BB-B03859C22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0" y="27763560"/>
            <a:ext cx="13319280" cy="94165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11" tIns="44958" rIns="90011" bIns="44958" anchor="t">
            <a:noAutofit/>
          </a:bodyPr>
          <a:lstStyle xmlns:a="http://schemas.openxmlformats.org/drawingml/2006/main"/>
          <a:p xmlns:a="http://schemas.openxmlformats.org/drawingml/2006/main">
            <a:pPr algn="just" defTabSz="914400">
              <a:lnSpc>
                <a:spcPct val="104000"/>
              </a:lnSpc>
              <a:buNone/>
              <a:defRPr sz="31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150" b="0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O desenvolvimento seguiu uma abordagem incremental, iniciada pelo levantamento de requisitos, pesquisa de referências e modelagem dos casos de uso e dos dados. A interface móvel e web foi implementada com Ionic e Angular, enquanto a API foi construída com Java e Spring Boot e integrada a um banco de dados relacional. Cada incremento passou por compilação, integração entre telas e serviços e testes automatizados dos fluxos críticos. As capturas realizadas no aplicativo Android complementaram a verificação de navegação, calendário, salas e acompanhamento das atividades.</a:t>
            </a:r>
            <a:endParaRPr sz="3600" b="0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4" name="CustomShape 12">
            <a:extLst xmlns:a="http://schemas.openxmlformats.org/drawingml/2006/main">
              <a:ext uri="{FF2B5EF4-FFF2-40B4-BE49-F238E27FC236}">
                <a16:creationId xmlns:a16="http://schemas.microsoft.com/office/drawing/2014/main" id="{CAD2A140-30F9-445D-8F04-60329A59E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4800" y="21526500"/>
            <a:ext cx="13319284" cy="6572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11" tIns="44958" rIns="90011" bIns="44958" anchor="t">
            <a:noAutofit/>
          </a:bodyPr>
          <a:lstStyle xmlns:a="http://schemas.openxmlformats.org/drawingml/2006/main"/>
          <a:p xmlns:a="http://schemas.openxmlformats.org/drawingml/2006/main">
            <a:pPr algn="just" defTabSz="914400">
              <a:lnSpc>
                <a:spcPct val="104000"/>
              </a:lnSpc>
              <a:buNone/>
              <a:defRPr sz="315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150" b="0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O SchoolSync consolidou os fluxos centrais da gestão acadêmica colaborativa e demonstrou integração funcional entre interface, API e banco de dados. As telas evidenciam que o estudante consegue visualizar prazos no calendário, acessar uma sala, consultar atividades e membros e organizar o trabalho pelo caderno. A compilação web e os testes automatizados do backend confirmaram a estabilidade dos serviços avaliados e a possibilidade de distribuição para web e dispositivos Android.</a:t>
            </a:r>
            <a:endParaRPr sz="3600" b="0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5" name="CustomShape 13">
            <a:extLst xmlns:a="http://schemas.openxmlformats.org/drawingml/2006/main">
              <a:ext uri="{FF2B5EF4-FFF2-40B4-BE49-F238E27FC236}">
                <a16:creationId xmlns:a16="http://schemas.microsoft.com/office/drawing/2014/main" id="{668C452C-47D4-4DF1-928B-0F49A5574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58920" y="30635280"/>
            <a:ext cx="13319280" cy="4478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11" tIns="44958" rIns="90011" bIns="44958" anchor="t">
            <a:noAutofit/>
          </a:bodyPr>
          <a:lstStyle xmlns:a="http://schemas.openxmlformats.org/drawingml/2006/main"/>
          <a:p xmlns:a="http://schemas.openxmlformats.org/drawingml/2006/main">
            <a:pPr algn="just" defTabSz="914400">
              <a:lnSpc>
                <a:spcPct val="103000"/>
              </a:lnSpc>
              <a:buNone/>
              <a:defRPr sz="30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0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Os resultados mostram potencial para reduzir esquecimentos, atrasos e dúvidas sobre responsabilidades, mantendo tarefas, prazos, pontuações e comunicação em um único ambiente. A organização visual favorece o uso em celulares e permite que o estudante identifique rapidamente as atividades mais urgentes. Como continuidade, recomenda-se ampliar os testes de interface e realizar avaliações de usabilidade com estudantes do CEFET-MG, medindo tempo de cadastro, taxa de conclusão e percepção de organização.</a:t>
            </a:r>
            <a:endParaRPr sz="3600" b="0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6" name="CustomShape 14">
            <a:extLst xmlns:a="http://schemas.openxmlformats.org/drawingml/2006/main">
              <a:ext uri="{FF2B5EF4-FFF2-40B4-BE49-F238E27FC236}">
                <a16:creationId xmlns:a16="http://schemas.microsoft.com/office/drawing/2014/main" id="{6F94E689-687D-411E-8401-4D65C0A19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57464" y="36994338"/>
            <a:ext cx="13319284" cy="409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11" tIns="44958" rIns="90011" bIns="44958" anchor="t">
            <a:noAutofit/>
          </a:bodyPr>
          <a:lstStyle xmlns:a="http://schemas.openxmlformats.org/drawingml/2006/main"/>
          <a:p xmlns:a="http://schemas.openxmlformats.org/drawingml/2006/main">
            <a:pPr algn="l" defTabSz="914400">
              <a:lnSpc>
                <a:spcPct val="102000"/>
              </a:lnSpc>
              <a:buNone/>
              <a:defRPr sz="27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0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ANGULAR. Angular. Disponível em: https://angular.dev. Acesso em: 20 ago. 2026.</a:t>
            </a:r>
            <a:endParaRPr sz="3600" b="0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 defTabSz="914400">
              <a:lnSpc>
                <a:spcPct val="102000"/>
              </a:lnSpc>
              <a:buNone/>
              <a:defRPr sz="27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0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IONIC. Ionic Framework. Disponível em: https://ionicframework.com. Acesso em: 20 ago. 2026.</a:t>
            </a:r>
            <a:endParaRPr sz="3600" b="0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 defTabSz="914400">
              <a:lnSpc>
                <a:spcPct val="102000"/>
              </a:lnSpc>
              <a:buNone/>
              <a:defRPr sz="27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0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SCHOOLSYNC. Documentação do software SchoolSync. Timóteo: CEFET-MG, 2026.</a:t>
            </a:r>
            <a:endParaRPr sz="3600" b="0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l" defTabSz="914400">
              <a:lnSpc>
                <a:spcPct val="102000"/>
              </a:lnSpc>
              <a:buNone/>
              <a:defRPr sz="27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0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SPRING. Spring Boot. Disponível em: https://spring.io/projects/spring-boot. Acesso em: 20 ago. 2026.</a:t>
            </a:r>
            <a:endParaRPr sz="3600" b="0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78" name="CustomShape 9">
            <a:extLst xmlns:a="http://schemas.openxmlformats.org/drawingml/2006/main">
              <a:ext uri="{FF2B5EF4-FFF2-40B4-BE49-F238E27FC236}">
                <a16:creationId xmlns:a16="http://schemas.microsoft.com/office/drawing/2014/main" id="{9E3E1754-4C17-4831-B044-C99DC0EFB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8" y="37833300"/>
            <a:ext cx="13319284" cy="3333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11" tIns="44958" rIns="90011" bIns="44958" anchor="t">
            <a:noAutofit/>
          </a:bodyPr>
          <a:lstStyle xmlns:a="http://schemas.openxmlformats.org/drawingml/2006/main"/>
          <a:p xmlns:a="http://schemas.openxmlformats.org/drawingml/2006/main">
            <a:pPr algn="just" defTabSz="914400">
              <a:lnSpc>
                <a:spcPct val="102000"/>
              </a:lnSpc>
              <a:buNone/>
              <a:defRPr sz="270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0" spc="-1">
                <a:solidFill>
                  <a:srgbClr val="000000"/>
                </a:solidFill>
                <a:latin typeface="Arial"/>
                <a:ea typeface="Arial"/>
                <a:cs typeface="Arial"/>
              </a:rPr>
              <a:t>Em 20/08/2026, a versão analisada reuniu 21 páginas de interface e 47 operações de API distribuídas em seis controladores. A compilação web foi concluída e os seis testes automatizados da API passaram sem falhas, erros ou testes ignorados. As telas demonstram o calendário de prazos, a organização de salas e equipes e o acompanhamento de atividades pelo caderno.</a:t>
            </a:r>
            <a:endParaRPr sz="3600" b="0" spc="-1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Google Shape;66;p14">
            <a:extLst xmlns:a="http://schemas.openxmlformats.org/drawingml/2006/main">
              <a:ext uri="{FF2B5EF4-FFF2-40B4-BE49-F238E27FC236}">
                <a16:creationId xmlns:a16="http://schemas.microsoft.com/office/drawing/2014/main" id="{95F04C97-F596-486E-BA7E-4562A1235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50" y="4551120"/>
            <a:ext cx="28800552" cy="79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468C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11" tIns="44958" rIns="90011" bIns="4495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44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400" b="1" spc="-1">
                <a:solidFill>
                  <a:srgbClr val="FFFFFF"/>
                </a:solidFill>
                <a:latin typeface="Arial"/>
                <a:ea typeface="Arial"/>
                <a:cs typeface="Arial"/>
              </a:rPr>
              <a:t>Código: 26177C1</a:t>
            </a:r>
            <a:r>
              <a:rPr sz="4400" b="1" spc="-1">
                <a:solidFill>
                  <a:srgbClr val="FFFFFF"/>
                </a:solidFill>
                <a:latin typeface="Arial"/>
                <a:ea typeface="Arial"/>
                <a:cs typeface="Arial"/>
              </a:rPr>
              <a:t>   Área: Ciências Exatas e da Terra   Modalidade: Ciência Aplicada/Inovação Tecnológica</a:t>
            </a:r>
            <a:endParaRPr sz="4400" spc="-1">
              <a:solidFill>
                <a:srgbClr val="000000"/>
              </a:solidFill>
            </a:endParaRPr>
          </a:p>
        </p:txBody>
      </p:sp>
      <p:sp>
        <p:nvSpPr>
          <p:cNvPr id="25" name="Google Shape;66;p14">
            <a:extLst xmlns:a="http://schemas.openxmlformats.org/drawingml/2006/main">
              <a:ext uri="{FF2B5EF4-FFF2-40B4-BE49-F238E27FC236}">
                <a16:creationId xmlns:a16="http://schemas.microsoft.com/office/drawing/2014/main" id="{3A9C3A1D-75CF-4061-A7ED-139F27DCF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00" y="9958470"/>
            <a:ext cx="1332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468C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5400" b="1" spc="-1">
                <a:solidFill>
                  <a:schemeClr val="lt1"/>
                </a:solidFill>
                <a:latin typeface="Arial"/>
                <a:ea typeface="Arial"/>
                <a:cs typeface="Arial"/>
              </a:rPr>
              <a:t>RESUMO</a:t>
            </a:r>
          </a:p>
        </p:txBody>
      </p:sp>
      <p:sp>
        <p:nvSpPr>
          <p:cNvPr id="26" name="Google Shape;66;p14">
            <a:extLst xmlns:a="http://schemas.openxmlformats.org/drawingml/2006/main">
              <a:ext uri="{FF2B5EF4-FFF2-40B4-BE49-F238E27FC236}">
                <a16:creationId xmlns:a16="http://schemas.microsoft.com/office/drawing/2014/main" id="{37CEA9B3-F0E5-47F8-B29B-2A58885F3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000" y="18246870"/>
            <a:ext cx="1332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468C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5400" b="1" spc="-1">
                <a:solidFill>
                  <a:schemeClr val="lt1"/>
                </a:solidFill>
                <a:latin typeface="Arial"/>
                <a:ea typeface="Arial"/>
                <a:cs typeface="Arial"/>
              </a:rPr>
              <a:t>OBJETIVOS</a:t>
            </a:r>
          </a:p>
        </p:txBody>
      </p:sp>
      <p:sp>
        <p:nvSpPr>
          <p:cNvPr id="27" name="Google Shape;66;p14">
            <a:extLst xmlns:a="http://schemas.openxmlformats.org/drawingml/2006/main">
              <a:ext uri="{FF2B5EF4-FFF2-40B4-BE49-F238E27FC236}">
                <a16:creationId xmlns:a16="http://schemas.microsoft.com/office/drawing/2014/main" id="{609189F8-C6AA-47C8-BAD8-72611801C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4800" y="20335875"/>
            <a:ext cx="13320046" cy="900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468C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5400" b="1" spc="-1">
                <a:solidFill>
                  <a:schemeClr val="lt1"/>
                </a:solidFill>
                <a:latin typeface="Arial"/>
                <a:ea typeface="Arial"/>
                <a:cs typeface="Arial"/>
              </a:rPr>
              <a:t>CONCLUSÕES</a:t>
            </a:r>
          </a:p>
        </p:txBody>
      </p:sp>
      <p:sp>
        <p:nvSpPr>
          <p:cNvPr id="28" name="Google Shape;66;p14">
            <a:extLst xmlns:a="http://schemas.openxmlformats.org/drawingml/2006/main">
              <a:ext uri="{FF2B5EF4-FFF2-40B4-BE49-F238E27FC236}">
                <a16:creationId xmlns:a16="http://schemas.microsoft.com/office/drawing/2014/main" id="{4BE51E59-3F3A-4427-AD96-A769BD7FF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400" y="26011545"/>
            <a:ext cx="1332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468C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5400" b="1" spc="-1">
                <a:solidFill>
                  <a:schemeClr val="lt1"/>
                </a:solidFill>
              </a:rPr>
              <a:t>METODOLOGIA</a:t>
            </a:r>
            <a:endParaRPr sz="5400" b="1" spc="-1">
              <a:solidFill>
                <a:schemeClr val="lt1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Google Shape;66;p14">
            <a:extLst xmlns:a="http://schemas.openxmlformats.org/drawingml/2006/main">
              <a:ext uri="{FF2B5EF4-FFF2-40B4-BE49-F238E27FC236}">
                <a16:creationId xmlns:a16="http://schemas.microsoft.com/office/drawing/2014/main" id="{6335BAB8-DCA9-492B-8809-5B0AB6402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4120" y="28986440"/>
            <a:ext cx="1332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468C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5400" b="1" spc="-1">
                <a:solidFill>
                  <a:schemeClr val="lt1"/>
                </a:solidFill>
              </a:rPr>
              <a:t>CONSIDERAÇÕES FINAIS</a:t>
            </a:r>
            <a:endParaRPr sz="5400" spc="-1">
              <a:solidFill>
                <a:srgbClr val="000000"/>
              </a:solidFill>
            </a:endParaRPr>
          </a:p>
        </p:txBody>
      </p:sp>
      <p:sp>
        <p:nvSpPr>
          <p:cNvPr id="30" name="Google Shape;66;p14">
            <a:extLst xmlns:a="http://schemas.openxmlformats.org/drawingml/2006/main">
              <a:ext uri="{FF2B5EF4-FFF2-40B4-BE49-F238E27FC236}">
                <a16:creationId xmlns:a16="http://schemas.microsoft.com/office/drawing/2014/main" id="{61E8DB8F-733A-4AD1-A82B-0B27A207A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4120" y="35114040"/>
            <a:ext cx="1332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468C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5400" b="1" spc="-1">
                <a:solidFill>
                  <a:schemeClr val="lt1"/>
                </a:solidFill>
              </a:rPr>
              <a:t>REFERÊNCIAS</a:t>
            </a:r>
            <a:endParaRPr sz="5400" spc="-1">
              <a:solidFill>
                <a:srgbClr val="000000"/>
              </a:solidFill>
            </a:endParaRPr>
          </a:p>
        </p:txBody>
      </p:sp>
      <p:sp>
        <p:nvSpPr>
          <p:cNvPr id="31" name="Google Shape;66;p14">
            <a:extLst xmlns:a="http://schemas.openxmlformats.org/drawingml/2006/main">
              <a:ext uri="{FF2B5EF4-FFF2-40B4-BE49-F238E27FC236}">
                <a16:creationId xmlns:a16="http://schemas.microsoft.com/office/drawing/2014/main" id="{1BE006E6-14DE-43E7-8837-7CC4A407F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400" y="36497565"/>
            <a:ext cx="13320000" cy="90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468C"/>
          </a:solidFill>
          <a:ln xmlns:a="http://schemas.openxmlformats.org/drawingml/2006/main" w="0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/>
        </p:style>
        <p:txBody>
          <a:bodyPr xmlns:a="http://schemas.openxmlformats.org/drawingml/2006/main" lIns="90000" tIns="45000" rIns="90000" bIns="4500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5400" b="1" spc="-1">
                <a:solidFill>
                  <a:schemeClr val="lt1"/>
                </a:solidFill>
              </a:rPr>
              <a:t>DADOS OBTIDOS E RESULTADOS</a:t>
            </a:r>
            <a:endParaRPr sz="5400" spc="-1">
              <a:solidFill>
                <a:srgbClr val="000000"/>
              </a:solidFill>
            </a:endParaRPr>
          </a:p>
        </p:txBody>
      </p:sp>
      <p:pic>
        <p:nvPicPr>
          <p:cNvPr id="111" name="Imagem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dc3a40dde347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550" y="42573"/>
            <a:ext cx="28803600" cy="4319473"/>
          </a:xfrm>
          <a:prstGeom xmlns:a="http://schemas.openxmlformats.org/drawingml/2006/main" prst="rect">
            <a:avLst/>
          </a:prstGeom>
        </p:spPr>
      </p:pic>
      <p:pic>
        <p:nvPicPr>
          <p:cNvPr id="112" name="Imagem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3d854cc68c4e2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36632" y="41819527"/>
            <a:ext cx="28803600" cy="1371745"/>
          </a:xfrm>
          <a:prstGeom xmlns:a="http://schemas.openxmlformats.org/drawingml/2006/main" prst="rect">
            <a:avLst/>
          </a:prstGeom>
        </p:spPr>
      </p:pic>
      <p:sp>
        <p:nvSpPr>
          <p:cNvPr id="81" name="Interface e funcionalidades">
            <a:extLst xmlns:a="http://schemas.openxmlformats.org/drawingml/2006/main">
              <a:ext uri="{FF2B5EF4-FFF2-40B4-BE49-F238E27FC236}">
                <a16:creationId xmlns:a16="http://schemas.microsoft.com/office/drawing/2014/main" id="{1727185D-C589-4BDC-AB20-BC2E109D2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4800" y="9958483"/>
            <a:ext cx="13320046" cy="90001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4468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90011" tIns="44958" rIns="90011" bIns="44958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4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INTERFACE E FUNCIONALIDADES</a:t>
            </a:r>
          </a:p>
        </p:txBody>
      </p:sp>
      <p:pic>
        <p:nvPicPr>
          <p:cNvPr id="1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b0a638821e4f5b"/>
          <a:stretch xmlns:a="http://schemas.openxmlformats.org/drawingml/2006/main"/>
        </p:blipFill>
        <p:spPr>
          <a:xfrm xmlns:a="http://schemas.openxmlformats.org/drawingml/2006/main">
            <a:off x="15926514" y="11191875"/>
            <a:ext cx="3141821" cy="6981825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sp>
        <p:nvSpPr>
          <p:cNvPr id="83" name="Legenda - Calendário e prazos">
            <a:extLst xmlns:a="http://schemas.openxmlformats.org/drawingml/2006/main">
              <a:ext uri="{FF2B5EF4-FFF2-40B4-BE49-F238E27FC236}">
                <a16:creationId xmlns:a16="http://schemas.microsoft.com/office/drawing/2014/main" id="{D807BB0F-0B21-493F-A713-33FCA5780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40050" y="18383250"/>
            <a:ext cx="3714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54468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4468C"/>
                </a:solidFill>
                <a:latin typeface="Arial"/>
                <a:ea typeface="Arial"/>
                <a:cs typeface="Arial"/>
              </a:rPr>
              <a:t>Calendário e prazos</a:t>
            </a:r>
          </a:p>
        </p:txBody>
      </p:sp>
      <p:pic>
        <p:nvPicPr>
          <p:cNvPr id="1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0fc884b03a423c"/>
          <a:stretch xmlns:a="http://schemas.openxmlformats.org/drawingml/2006/main"/>
        </p:blipFill>
        <p:spPr>
          <a:xfrm xmlns:a="http://schemas.openxmlformats.org/drawingml/2006/main">
            <a:off x="19869864" y="11191875"/>
            <a:ext cx="3141821" cy="6981825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sp>
        <p:nvSpPr>
          <p:cNvPr id="85" name="Legenda - Sala, atividade e equipe">
            <a:extLst xmlns:a="http://schemas.openxmlformats.org/drawingml/2006/main">
              <a:ext uri="{FF2B5EF4-FFF2-40B4-BE49-F238E27FC236}">
                <a16:creationId xmlns:a16="http://schemas.microsoft.com/office/drawing/2014/main" id="{AB9B7359-FCEF-48D2-B17E-8BCF3FA66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83400" y="18383250"/>
            <a:ext cx="3714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54468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4468C"/>
                </a:solidFill>
                <a:latin typeface="Arial"/>
                <a:ea typeface="Arial"/>
                <a:cs typeface="Arial"/>
              </a:rPr>
              <a:t>Sala, atividade e equipe</a:t>
            </a:r>
          </a:p>
        </p:txBody>
      </p:sp>
      <p:pic>
        <p:nvPicPr>
          <p:cNvPr id="1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b19f93971541a1"/>
          <a:stretch xmlns:a="http://schemas.openxmlformats.org/drawingml/2006/main"/>
        </p:blipFill>
        <p:spPr>
          <a:xfrm xmlns:a="http://schemas.openxmlformats.org/drawingml/2006/main">
            <a:off x="23813214" y="11191875"/>
            <a:ext cx="3141821" cy="6981825"/>
          </a:xfrm>
          <a:prstGeom xmlns:a="http://schemas.openxmlformats.org/drawingml/2006/main" prst="roundRect">
            <a:avLst>
              <a:gd name="adj" fmla="val 3636"/>
            </a:avLst>
          </a:prstGeom>
        </p:spPr>
      </p:pic>
      <p:sp>
        <p:nvSpPr>
          <p:cNvPr id="87" name="Legenda - Caderno de atividades">
            <a:extLst xmlns:a="http://schemas.openxmlformats.org/drawingml/2006/main">
              <a:ext uri="{FF2B5EF4-FFF2-40B4-BE49-F238E27FC236}">
                <a16:creationId xmlns:a16="http://schemas.microsoft.com/office/drawing/2014/main" id="{82F9FC84-D4B2-428C-9FA4-C49EF166E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0" y="18383250"/>
            <a:ext cx="3714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38100" tIns="19050" rIns="38100" bIns="1905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54468C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54468C"/>
                </a:solidFill>
                <a:latin typeface="Arial"/>
                <a:ea typeface="Arial"/>
                <a:cs typeface="Arial"/>
              </a:rPr>
              <a:t>Caderno de atividades</a:t>
            </a:r>
          </a:p>
        </p:txBody>
      </p:sp>
      <p:pic>
        <p:nvPicPr>
          <p:cNvPr id="1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a8a184b8d748eb"/>
          <a:stretch xmlns:a="http://schemas.openxmlformats.org/drawingml/2006/main"/>
        </p:blipFill>
        <p:spPr>
          <a:xfrm xmlns:a="http://schemas.openxmlformats.org/drawingml/2006/main">
            <a:off x="10096500" y="11669857"/>
            <a:ext cx="3619500" cy="460663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1887786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>
          <a:prstDash val="solid"/>
        </a:ln>
        <a:ln w="25400">
          <a:prstDash val="solid"/>
        </a:ln>
        <a:ln w="3810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2026-08-26T02:03:22.9500000Z</dcterms:created>
  <dcterms:modified xsi:type="dcterms:W3CDTF">2026-08-26T02:03:22.9500000Z</dcterms:modified>
</coreProperties>
</file>