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theme8.xml" ContentType="application/vnd.openxmlformats-officedocument.theme+xml"/>
  <Override PartName="/ppt/slideMasters/slideMaster8.xml" ContentType="application/vnd.openxmlformats-officedocument.presentationml.slideMaster+xml"/>
  <Override PartName="/ppt/slideMasters/theme/theme9.xml" ContentType="application/vnd.openxmlformats-officedocument.theme+xml"/>
  <Override PartName="/ppt/slideMasters/slideMaster9.xml" ContentType="application/vnd.openxmlformats-officedocument.presentationml.slideMaster+xml"/>
  <Override PartName="/ppt/slideMasters/theme/theme10.xml" ContentType="application/vnd.openxmlformats-officedocument.theme+xml"/>
  <Override PartName="/ppt/slideMasters/slideMaster10.xml" ContentType="application/vnd.openxmlformats-officedocument.presentationml.slideMaster+xml"/>
  <Override PartName="/ppt/slideMasters/theme/theme11.xml" ContentType="application/vnd.openxmlformats-officedocument.theme+xml"/>
  <Override PartName="/ppt/slideMasters/slideMaster11.xml" ContentType="application/vnd.openxmlformats-officedocument.presentationml.slideMaster+xml"/>
  <Override PartName="/ppt/slideMasters/theme/theme12.xml" ContentType="application/vnd.openxmlformats-officedocument.theme+xml"/>
  <Override PartName="/ppt/slideMasters/slideMaster12.xml" ContentType="application/vnd.openxmlformats-officedocument.presentationml.slideMaster+xml"/>
  <Override PartName="/ppt/slideMasters/theme/theme1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1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766f8047dc4698" /><Relationship Type="http://schemas.openxmlformats.org/officeDocument/2006/relationships/extended-properties" Target="/docProps/app.xml" Id="R0c8a56df5316417d" /><Relationship Type="http://schemas.openxmlformats.org/officeDocument/2006/relationships/officeDocument" Target="/ppt/presentation.xml" Id="Rd9569aca6cba40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66c1e3755240c3"/>
    <p:sldMasterId xmlns:r="http://schemas.openxmlformats.org/officeDocument/2006/relationships" id="2147483650" r:id="R5174f9cd5a3b40ad"/>
    <p:sldMasterId xmlns:r="http://schemas.openxmlformats.org/officeDocument/2006/relationships" id="2147483652" r:id="Rb331bef1af414a50"/>
    <p:sldMasterId xmlns:r="http://schemas.openxmlformats.org/officeDocument/2006/relationships" id="2147483654" r:id="Rf02adbbbad814930"/>
    <p:sldMasterId xmlns:r="http://schemas.openxmlformats.org/officeDocument/2006/relationships" id="2147483656" r:id="R926047fbb34a4803"/>
    <p:sldMasterId xmlns:r="http://schemas.openxmlformats.org/officeDocument/2006/relationships" id="2147483658" r:id="R81c5b8e030d846f8"/>
    <p:sldMasterId xmlns:r="http://schemas.openxmlformats.org/officeDocument/2006/relationships" id="2147483660" r:id="R6f502a9a090044f5"/>
    <p:sldMasterId xmlns:r="http://schemas.openxmlformats.org/officeDocument/2006/relationships" id="2147483662" r:id="Re119f116b5624b44"/>
    <p:sldMasterId xmlns:r="http://schemas.openxmlformats.org/officeDocument/2006/relationships" id="2147483664" r:id="R8bba23e29abc4803"/>
    <p:sldMasterId xmlns:r="http://schemas.openxmlformats.org/officeDocument/2006/relationships" id="2147483666" r:id="Rb5613ece363f4361"/>
    <p:sldMasterId xmlns:r="http://schemas.openxmlformats.org/officeDocument/2006/relationships" id="2147483668" r:id="R881bbf76151c4ee2"/>
    <p:sldMasterId xmlns:r="http://schemas.openxmlformats.org/officeDocument/2006/relationships" id="2147483670" r:id="Rfaa5ee198c384aba"/>
  </p:sldMasterIdLst>
  <p:notesMasterIdLst>
    <p:notesMasterId xmlns:r="http://schemas.openxmlformats.org/officeDocument/2006/relationships" r:id="R772824fb60a142e5"/>
  </p:notesMasterIdLst>
  <p:sldIdLst>
    <p:sldId xmlns:r="http://schemas.openxmlformats.org/officeDocument/2006/relationships" id="256" r:id="R0286ea67273646cc"/>
  </p:sldIdLst>
  <p:sldSz cx="28803600" cy="43205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300f6be39244a2" /><Relationship Type="http://schemas.openxmlformats.org/officeDocument/2006/relationships/slideMaster" Target="/ppt/slideMasters/slideMaster1.xml" Id="R2266c1e3755240c3" /><Relationship Type="http://schemas.openxmlformats.org/officeDocument/2006/relationships/slideMaster" Target="/ppt/slideMasters/slideMaster2.xml" Id="R5174f9cd5a3b40ad" /><Relationship Type="http://schemas.openxmlformats.org/officeDocument/2006/relationships/slideMaster" Target="/ppt/slideMasters/slideMaster3.xml" Id="Rb331bef1af414a50" /><Relationship Type="http://schemas.openxmlformats.org/officeDocument/2006/relationships/slideMaster" Target="/ppt/slideMasters/slideMaster4.xml" Id="Rf02adbbbad814930" /><Relationship Type="http://schemas.openxmlformats.org/officeDocument/2006/relationships/slideMaster" Target="/ppt/slideMasters/slideMaster5.xml" Id="R926047fbb34a4803" /><Relationship Type="http://schemas.openxmlformats.org/officeDocument/2006/relationships/slideMaster" Target="/ppt/slideMasters/slideMaster6.xml" Id="R81c5b8e030d846f8" /><Relationship Type="http://schemas.openxmlformats.org/officeDocument/2006/relationships/slideMaster" Target="/ppt/slideMasters/slideMaster7.xml" Id="R6f502a9a090044f5" /><Relationship Type="http://schemas.openxmlformats.org/officeDocument/2006/relationships/slideMaster" Target="/ppt/slideMasters/slideMaster8.xml" Id="Re119f116b5624b44" /><Relationship Type="http://schemas.openxmlformats.org/officeDocument/2006/relationships/slideMaster" Target="/ppt/slideMasters/slideMaster9.xml" Id="R8bba23e29abc4803" /><Relationship Type="http://schemas.openxmlformats.org/officeDocument/2006/relationships/slideMaster" Target="/ppt/slideMasters/slideMaster10.xml" Id="Rb5613ece363f4361" /><Relationship Type="http://schemas.openxmlformats.org/officeDocument/2006/relationships/slideMaster" Target="/ppt/slideMasters/slideMaster11.xml" Id="R881bbf76151c4ee2" /><Relationship Type="http://schemas.openxmlformats.org/officeDocument/2006/relationships/slideMaster" Target="/ppt/slideMasters/slideMaster12.xml" Id="Rfaa5ee198c384aba" /><Relationship Type="http://schemas.openxmlformats.org/officeDocument/2006/relationships/notesMaster" Target="/ppt/notesMasters/notesMaster1.xml" Id="R772824fb60a142e5" /><Relationship Type="http://schemas.openxmlformats.org/officeDocument/2006/relationships/presProps" Target="/ppt/presProps.xml" Id="R0ab2374ed84746da" /><Relationship Type="http://schemas.openxmlformats.org/officeDocument/2006/relationships/viewProps" Target="/ppt/viewProps.xml" Id="R3bfd29051de94d06" /><Relationship Type="http://schemas.openxmlformats.org/officeDocument/2006/relationships/tableStyles" Target="/ppt/tableStyles.xml" Id="Ra29a65224ff04617" /><Relationship Type="http://schemas.openxmlformats.org/officeDocument/2006/relationships/slide" Target="/ppt/slides/slide1.xml" Id="R0286ea67273646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4.xml" Id="R496f2e4b57ca4f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1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e34669dc194d94" /><Relationship Type="http://schemas.openxmlformats.org/officeDocument/2006/relationships/notesMaster" Target="/ppt/notesMasters/notesMaster1.xml" Id="Rc9bca9c30d754f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Comissão Coordenadora da 35ª META. Orientações para elaboração do banner, 2026.</a:t>
            </a:r>
          </a:p>
          <a:p xmlns:a="http://schemas.openxmlformats.org/drawingml/2006/main">
            <a:r>
              <a:t>- CEFET-MG. Edital da 35ª META e retificação, 2026.</a:t>
            </a:r>
          </a:p>
          <a:p xmlns:a="http://schemas.openxmlformats.org/drawingml/2006/main">
            <a:r>
              <a:t>- SCHOOLSYNC. Documentação do software SchoolSync. Timóteo: CEFET-MG, 2026.</a:t>
            </a:r>
          </a:p>
          <a:p xmlns:a="http://schemas.openxmlformats.org/drawingml/2006/main">
            <a:r>
              <a:t>- Angular: https://angular.dev</a:t>
            </a:r>
          </a:p>
          <a:p xmlns:a="http://schemas.openxmlformats.org/drawingml/2006/main">
            <a:r>
              <a:t>- Ionic Framework: https://ionicframework.com</a:t>
            </a:r>
          </a:p>
          <a:p xmlns:a="http://schemas.openxmlformats.org/drawingml/2006/main">
            <a:r>
              <a:t>- Spring Boot: https://spring.io/projects/spring-boot</a:t>
            </a:r>
          </a:p>
          <a:p xmlns:a="http://schemas.openxmlformats.org/drawingml/2006/main">
            <a:r>
              <a:t>- Verificação local em 20/08/2026: build do frontend e 6 testes automatizados da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4606483bb4b8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1dbceebc00a497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6d3cac0709c4c8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5afae5232bc74ff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d5a8da0c9bc04d3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44add557e374443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940c47a70a81495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e5d22134debb4f8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9.xml" Id="R138316e6351f495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0.xml" Id="R00a21588a2e54a4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ac76ef805574442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2.xml" Id="Rc333ea303946469a" /></Relationships>
</file>

<file path=ppt/slideLayouts/slideLayout1.xml><?xml version="1.0" encoding="utf-8"?>
<p:sldLayout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Title, Content ove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9D4242F-8E86-4A54-8E12-6389903D6D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4927D98-900B-4B42-AA01-242533B3B8F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10109880"/>
            <a:ext cx="2592288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D7A0D10D-5E4A-40DB-B928-12077BE1628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23198400"/>
            <a:ext cx="2592288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Title, 4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EAF6E5D-11BD-4689-9A97-0E2AC64351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472C8B4-29BA-410E-AC83-7C03BFF3054F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1010988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2DD0A4EF-5412-4C8E-8CAA-D3BCFACBC53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722920" y="1010988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9502F3CF-44D4-4CF7-B839-1CB158C1122B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2319840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722E9A8C-4CBF-461A-9F28-B6276D21629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722920" y="2319840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440B3D5-7989-4E7A-97F8-ECA5B297DF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DAFC992-558F-4B2F-8D74-B7FBE080A04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10109880"/>
            <a:ext cx="25922880" cy="2505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26C6059-D3AC-4B96-8C4C-CE11A7B65B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2CBFC4F-B4B9-4497-802F-F53F4FECA281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10109880"/>
            <a:ext cx="25922880" cy="2505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8ADB2299-ED53-410C-8B6B-9768C85D6D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DA415EE-BE0C-4985-83DA-3931663DFE77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10109880"/>
            <a:ext cx="12650040" cy="2505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2B000356-D083-4028-B152-8529D6240C1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722920" y="10109880"/>
            <a:ext cx="12650040" cy="2505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6BCFB6C-1D5B-4B2A-ABF5-8289BA970A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>
  <p:cSld name="Centered Tex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>
  <p:cSld name="Title, 2 Content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12D1724-83A0-4B2F-8CDA-D6ABCE6D8D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183BA11-6DD9-48A8-93CC-34732D3BD562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1010988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5AA145A7-062E-49F8-AAA8-F866B3324A2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722920" y="10109880"/>
            <a:ext cx="12650040" cy="2505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39D3E80-00F4-4DD7-8BE0-6DF4543F3E02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2319840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Title Content and 2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F842B8D-5D78-4E8A-8D4A-DBFAE14A9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312ABD8-868E-4219-B5FB-7AB69EAC4F4C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10109880"/>
            <a:ext cx="12650040" cy="2505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6B9AC7E8-299B-4F7D-B3EE-C33E05AF42EA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722920" y="1010988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C1B6C748-0F05-41CF-9391-8CAF72097DC2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722920" y="2319840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Title, 2 Content ove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FCF1F5C-3F81-4F6E-A77D-B8BEF878F3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93AE7CD-AB96-4798-B706-DBC75AC31C6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1010988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6758148-51F7-4C64-9B6C-32E92225C76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722920" y="1010988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6768C932-C964-4617-A99D-01E7BA7C4B7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23198400"/>
            <a:ext cx="2592288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dfcd9e79744ba7" /><Relationship Type="http://schemas.openxmlformats.org/officeDocument/2006/relationships/slideLayout" Target="/ppt/slideLayouts/slideLayout1.xml" Id="Rf47feb9e8bf247b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47fe14ed93441dd" /><Relationship Type="http://schemas.openxmlformats.org/officeDocument/2006/relationships/slideLayout" Target="/ppt/slideLayouts/slideLayout2.xml" Id="Rd4228af607e64e2d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4c326d73cceb4a4c" /><Relationship Type="http://schemas.openxmlformats.org/officeDocument/2006/relationships/slideLayout" Target="/ppt/slideLayouts/slideLayout3.xml" Id="Re69ac1e021064007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81f0f482af004a99" /><Relationship Type="http://schemas.openxmlformats.org/officeDocument/2006/relationships/slideLayout" Target="/ppt/slideLayouts/slideLayout4.xml" Id="R2995059cde3b4b9f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theme" Target="/ppt/slideMasters/theme/theme6.xml" Id="R62792889b8ad4d55" /><Relationship Type="http://schemas.openxmlformats.org/officeDocument/2006/relationships/slideLayout" Target="/ppt/slideLayouts/slideLayout5.xml" Id="R5aba148aaf024258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theme" Target="/ppt/slideMasters/theme/theme7.xml" Id="Rc7172fd7ba8146db" /><Relationship Type="http://schemas.openxmlformats.org/officeDocument/2006/relationships/slideLayout" Target="/ppt/slideLayouts/slideLayout6.xml" Id="R581df0ba23004e32" /></Relationships>
</file>

<file path=ppt/slideMasters/_rels/slideMaster7.xml.rels>&#65279;<?xml version="1.0" encoding="utf-8"?><Relationships xmlns="http://schemas.openxmlformats.org/package/2006/relationships"><Relationship Type="http://schemas.openxmlformats.org/officeDocument/2006/relationships/theme" Target="/ppt/slideMasters/theme/theme8.xml" Id="R742b8d2c77c3429e" /><Relationship Type="http://schemas.openxmlformats.org/officeDocument/2006/relationships/slideLayout" Target="/ppt/slideLayouts/slideLayout7.xml" Id="R030f123ba9cb4afb" /></Relationships>
</file>

<file path=ppt/slideMasters/_rels/slideMaster8.xml.rels>&#65279;<?xml version="1.0" encoding="utf-8"?><Relationships xmlns="http://schemas.openxmlformats.org/package/2006/relationships"><Relationship Type="http://schemas.openxmlformats.org/officeDocument/2006/relationships/theme" Target="/ppt/slideMasters/theme/theme9.xml" Id="R5f59cfdeefaa40ca" /><Relationship Type="http://schemas.openxmlformats.org/officeDocument/2006/relationships/slideLayout" Target="/ppt/slideLayouts/slideLayout8.xml" Id="R79ea819b33064d65" /></Relationships>
</file>

<file path=ppt/slideMasters/_rels/slideMaster9.xml.rels>&#65279;<?xml version="1.0" encoding="utf-8"?><Relationships xmlns="http://schemas.openxmlformats.org/package/2006/relationships"><Relationship Type="http://schemas.openxmlformats.org/officeDocument/2006/relationships/theme" Target="/ppt/slideMasters/theme/theme10.xml" Id="Re40d83113ea54358" /><Relationship Type="http://schemas.openxmlformats.org/officeDocument/2006/relationships/slideLayout" Target="/ppt/slideLayouts/slideLayout9.xml" Id="Rf347af51e8644652" /></Relationships>
</file>

<file path=ppt/slideMasters/_rels/slideMaster10.xml.rels>&#65279;<?xml version="1.0" encoding="utf-8"?><Relationships xmlns="http://schemas.openxmlformats.org/package/2006/relationships"><Relationship Type="http://schemas.openxmlformats.org/officeDocument/2006/relationships/theme" Target="/ppt/slideMasters/theme/theme11.xml" Id="R3383dcb6785f41c2" /><Relationship Type="http://schemas.openxmlformats.org/officeDocument/2006/relationships/slideLayout" Target="/ppt/slideLayouts/slideLayout10.xml" Id="Re597894a55044deb" /></Relationships>
</file>

<file path=ppt/slideMasters/_rels/slideMaster11.xml.rels>&#65279;<?xml version="1.0" encoding="utf-8"?><Relationships xmlns="http://schemas.openxmlformats.org/package/2006/relationships"><Relationship Type="http://schemas.openxmlformats.org/officeDocument/2006/relationships/theme" Target="/ppt/slideMasters/theme/theme12.xml" Id="Rfced50a914a04644" /><Relationship Type="http://schemas.openxmlformats.org/officeDocument/2006/relationships/slideLayout" Target="/ppt/slideLayouts/slideLayout11.xml" Id="Re0523d54bc114ff2" /></Relationships>
</file>

<file path=ppt/slideMasters/_rels/slideMaster12.xml.rels>&#65279;<?xml version="1.0" encoding="utf-8"?><Relationships xmlns="http://schemas.openxmlformats.org/package/2006/relationships"><Relationship Type="http://schemas.openxmlformats.org/officeDocument/2006/relationships/theme" Target="/ppt/slideMasters/theme/theme13.xml" Id="Rab9f7936897f4841" /><Relationship Type="http://schemas.openxmlformats.org/officeDocument/2006/relationships/slideLayout" Target="/ppt/slideLayouts/slideLayout12.xml" Id="Rc9dd27f4989448d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7feb9e8bf247b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BEB545F-16AC-4BF9-B295-CDBFFBFA73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5A2253F-D235-4E3A-BF46-FED80D43924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2592252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0A74A7EC-74A4-4318-9580-7A1FCDEA10A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23198400"/>
            <a:ext cx="2592252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d4228af607e64e2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1A91880-D35D-4422-AC3B-B6C982EB7C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0DDE4CB-91E8-4C3B-80D2-E152E0FCD03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B6BE50CE-BBFA-4451-A943-6E39E4AB93F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722920" y="1010988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9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4A272F73-3777-416A-A9BC-8A9D76D4BA0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2319840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1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FE9A5850-82F2-4BF3-AAC1-3968FB39732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722920" y="2319840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3" r:id="Re69ac1e02106400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6151056-AD88-4FC2-99B3-1C01383E63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1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7753843-3580-4631-A53E-12BD6410E22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834660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1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BA4D4243-B504-4D00-971C-304460B99F1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0204560" y="10109880"/>
            <a:ext cx="834660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19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824CE54-8386-4641-A660-66BEEF1AFC7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8969480" y="10109880"/>
            <a:ext cx="834660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2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7C6866BC-EECC-43B3-8C44-38E5B4B693E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23198400"/>
            <a:ext cx="834660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21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1940ABBF-1290-4981-8457-CE23E0E0085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0204560" y="23198400"/>
            <a:ext cx="834660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22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3AEA2AC4-2EBC-4275-AF69-4B6C1A84092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8969480" y="23198400"/>
            <a:ext cx="834660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5" r:id="R2995059cde3b4b9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433BF6F-AC9B-4307-866B-3B18AB8606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2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30CE87E-C200-47CE-A5A4-9019B52A71B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25922880" cy="2505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7" r:id="R5aba148aaf02425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68559AF-EA7B-4846-97ED-FDDBF46A2D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2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258BAFE-3764-40B8-AEFE-3641A159F99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25922520" cy="2505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9" r:id="R581df0ba23004e3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E88DE8F-399D-48B7-B639-B6D60FF98D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3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74BC1DC-E769-4C46-A9DA-625CF89914A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12649680" cy="2505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3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E3F74BF-B6E8-45C4-890E-A7F79D9ADDA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722920" y="10109880"/>
            <a:ext cx="12649680" cy="2505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030f123ba9cb4af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E103569-1239-4CDE-9F21-6B0B349704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3" r:id="R79ea819b33064d65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5" r:id="Rf347af51e864465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8B3CE77-B1D6-415A-AADE-A9C6068803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4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9636AC3-BDAD-4611-B186-850586A099F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41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E8A2C116-9194-447A-A49B-F93D9D62204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722920" y="10109880"/>
            <a:ext cx="12649680" cy="2505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42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A8A49721-F70C-4814-B584-59CBC290E67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2319840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7" r:id="Re597894a55044de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EC7B9A0-9D64-4CDC-8E5B-651BE0054F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4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5D17894-E0FB-49AA-A1E1-9D15462FD08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12649680" cy="2505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4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05622C7F-CA84-4CA5-9259-B6EC73D2A9C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722920" y="1010988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5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462BEC1D-C68B-4830-BDB7-86BE053FA5D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722920" y="2319840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9" r:id="Re0523d54bc114ff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C3E66FB-C417-4AC0-AF8B-056DCC936E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5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E1FC779-64F4-494E-8A8D-53711A967A5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5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928FB8C1-2882-4802-9D8B-B20EA39A3D8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722920" y="1010988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5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0FB2081A-2A6D-4956-A98A-21A52E8364B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23198400"/>
            <a:ext cx="2592252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1" r:id="Rc9dd27f4989448d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1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50c207b75394f48" /><Relationship Type="http://schemas.openxmlformats.org/officeDocument/2006/relationships/image" Target="/ppt/media/image.jpeg" Id="R9b2e1049d16348b7" /><Relationship Type="http://schemas.openxmlformats.org/officeDocument/2006/relationships/image" Target="/ppt/media/image2.jpeg" Id="R78bfee114f514caf" /><Relationship Type="http://schemas.openxmlformats.org/officeDocument/2006/relationships/image" Target="/ppt/media/image3.jpeg" Id="R7e1023f59f2a41c7" /><Relationship Type="http://schemas.openxmlformats.org/officeDocument/2006/relationships/notesSlide" Target="/ppt/notesSlides/notesSlide1.xml" Id="Rea98013732f14bb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CustomShape 1">
            <a:extLst xmlns:a="http://schemas.openxmlformats.org/drawingml/2006/main">
              <a:ext uri="{FF2B5EF4-FFF2-40B4-BE49-F238E27FC236}">
                <a16:creationId xmlns:a16="http://schemas.microsoft.com/office/drawing/2014/main" id="{EC26E008-8F30-4271-A0DF-724E691F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60" y="5900040"/>
            <a:ext cx="27143640" cy="143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defRPr sz="7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950" b="1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SCHOOLSYNC: ORGANIZAÇÃO ACADÊMICA COLABORATIVA</a:t>
            </a:r>
            <a:endParaRPr sz="88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CustomShape 2">
            <a:extLst xmlns:a="http://schemas.openxmlformats.org/drawingml/2006/main">
              <a:ext uri="{FF2B5EF4-FFF2-40B4-BE49-F238E27FC236}">
                <a16:creationId xmlns:a16="http://schemas.microsoft.com/office/drawing/2014/main" id="{73E8B79C-82C7-41D2-8C9B-80CF4895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0" y="7649280"/>
            <a:ext cx="28724040" cy="155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defRPr sz="4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Marcos Daniel Vieira Benedito; Victor Hugo Mendes Soares.</a:t>
            </a:r>
            <a:endParaRPr sz="48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0000"/>
              </a:lnSpc>
              <a:buNone/>
              <a:defRPr sz="4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Maurílio Alves Martins da Costa (Orientador).</a:t>
            </a:r>
            <a:endParaRPr sz="48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CustomShape 9">
            <a:extLst xmlns:a="http://schemas.openxmlformats.org/drawingml/2006/main">
              <a:ext uri="{FF2B5EF4-FFF2-40B4-BE49-F238E27FC236}">
                <a16:creationId xmlns:a16="http://schemas.microsoft.com/office/drawing/2014/main" id="{8774F673-35C5-468A-9FB9-A1D326ED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19758780"/>
            <a:ext cx="13319280" cy="5795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t">
            <a:no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104000"/>
              </a:lnSpc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Centralizar atividades e prazos acadêmicos; apoiar a colaboração em salas e grupos; facilitar a divisão de tarefas; fornecer calendário e notificações; e tornar o acompanhamento das responsabilidades mais claro para os estudantes.</a:t>
            </a:r>
            <a:endParaRPr sz="32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CustomShape 10">
            <a:extLst xmlns:a="http://schemas.openxmlformats.org/drawingml/2006/main">
              <a:ext uri="{FF2B5EF4-FFF2-40B4-BE49-F238E27FC236}">
                <a16:creationId xmlns:a16="http://schemas.microsoft.com/office/drawing/2014/main" id="{00C9AE94-AEF3-46A9-9490-BF7CBDF5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20" y="11447520"/>
            <a:ext cx="13348800" cy="585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t">
            <a:no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104000"/>
              </a:lnSpc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O SchoolSync é uma aplicação móvel e web criada para reduzir a dispersão de informações acadêmicas em agendas, mensagens e ferramentas desconectadas. O sistema organiza salas, grupos, atividades, tarefas, comentários, calendário e notificações em um ambiente colaborativo voltado a estudantes do ensino técnico.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CustomShape 11">
            <a:extLst xmlns:a="http://schemas.openxmlformats.org/drawingml/2006/main">
              <a:ext uri="{FF2B5EF4-FFF2-40B4-BE49-F238E27FC236}">
                <a16:creationId xmlns:a16="http://schemas.microsoft.com/office/drawing/2014/main" id="{4D0194BB-4D76-4B49-B9BB-B03859C2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0" y="27763560"/>
            <a:ext cx="13319280" cy="941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t">
            <a:no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105000"/>
              </a:lnSpc>
              <a:buNone/>
              <a:defRPr sz="33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Foi adotado desenvolvimento incremental: levantamento de requisitos e referências; modelagem de casos de uso e dados; implementação da interface com Ionic e Angular; construção da API com Java e Spring Boot; integração com banco relacional; e verificação por compilação e testes automatizados. A validação incluiu os serviços de usuários, atividades, notificações e autenticação.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CustomShape 12">
            <a:extLst xmlns:a="http://schemas.openxmlformats.org/drawingml/2006/main">
              <a:ext uri="{FF2B5EF4-FFF2-40B4-BE49-F238E27FC236}">
                <a16:creationId xmlns:a16="http://schemas.microsoft.com/office/drawing/2014/main" id="{CAD2A140-30F9-445D-8F04-60329A59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4840" y="18369360"/>
            <a:ext cx="13319280" cy="9965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t">
            <a:no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105000"/>
              </a:lnSpc>
              <a:buNone/>
              <a:defRPr sz="33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O SchoolSync consolidou os fluxos centrais previstos para a gestão acadêmica colaborativa e demonstrou integração funcional entre interface e API. Os testes do backend confirmaram os serviços críticos avaliados, enquanto a compilação mostrou que a aplicação pode ser distribuída na web e empacotada para dispositivos móveis.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CustomShape 13">
            <a:extLst xmlns:a="http://schemas.openxmlformats.org/drawingml/2006/main">
              <a:ext uri="{FF2B5EF4-FFF2-40B4-BE49-F238E27FC236}">
                <a16:creationId xmlns:a16="http://schemas.microsoft.com/office/drawing/2014/main" id="{668C452C-47D4-4DF1-928B-0F49A557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8920" y="30635280"/>
            <a:ext cx="13319280" cy="447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t">
            <a:no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104000"/>
              </a:lnSpc>
              <a:buNone/>
              <a:defRPr sz="31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Os resultados mostram potencial para reduzir esquecimentos, atrasos e dúvidas sobre responsabilidades, mantendo tarefas e prazos em um único ambiente. Como continuidade, recomenda-se ampliar os testes de interface e realizar avaliações de usabilidade com estudantes do CEFET-MG, medindo tempo de cadastro, taxa de conclusão e percepção de organização.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CustomShape 14">
            <a:extLst xmlns:a="http://schemas.openxmlformats.org/drawingml/2006/main">
              <a:ext uri="{FF2B5EF4-FFF2-40B4-BE49-F238E27FC236}">
                <a16:creationId xmlns:a16="http://schemas.microsoft.com/office/drawing/2014/main" id="{6F94E689-687D-411E-8401-4D65C0A1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7464" y="36994338"/>
            <a:ext cx="13319284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02000"/>
              </a:lnSpc>
              <a:buNone/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ANGULAR. Angular. Disponível em: https://angular.dev. Acesso em: 20 ago. 2026.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914400">
              <a:lnSpc>
                <a:spcPct val="102000"/>
              </a:lnSpc>
              <a:buNone/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IONIC. Ionic Framework. Disponível em: https://ionicframework.com. Acesso em: 20 ago. 2026.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914400">
              <a:lnSpc>
                <a:spcPct val="102000"/>
              </a:lnSpc>
              <a:buNone/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SCHOOLSYNC. Documentação do software SchoolSync. Timóteo: CEFET-MG, 2026.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914400">
              <a:lnSpc>
                <a:spcPct val="102000"/>
              </a:lnSpc>
              <a:buNone/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SPRING. Spring Boot. Disponível em: https://spring.io/projects/spring-boot. Acesso em: 20 ago. 2026.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CustomShape 9">
            <a:extLst xmlns:a="http://schemas.openxmlformats.org/drawingml/2006/main">
              <a:ext uri="{FF2B5EF4-FFF2-40B4-BE49-F238E27FC236}">
                <a16:creationId xmlns:a16="http://schemas.microsoft.com/office/drawing/2014/main" id="{9E3E1754-4C17-4831-B044-C99DC0EF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0" y="38106360"/>
            <a:ext cx="13319280" cy="22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t">
            <a:no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103000"/>
              </a:lnSpc>
              <a:buNone/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Em 20/08/2026, a versão atual reuniu 21 páginas de interface e 47 operações de API em seis controladores. A compilação web foi concluída e os seis testes automatizados da API passaram sem falhas, erros ou testes ignorados.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95F04C97-F596-486E-BA7E-4562A123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0" y="4551120"/>
            <a:ext cx="28800552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00" b="1" spc="-1">
                <a:solidFill>
                  <a:srgbClr val="FFFFFF"/>
                </a:solidFill>
                <a:latin typeface="Arial"/>
                <a:ea typeface="Arial"/>
                <a:cs typeface="Arial"/>
              </a:rPr>
              <a:t>Código: 0000C1   Área: Ciências Exatas e da Terra   Modalidade: Ciência Aplicada/Inovação Tecnológica</a:t>
            </a:r>
            <a:endParaRPr sz="4400" spc="-1">
              <a:solidFill>
                <a:srgbClr val="000000"/>
              </a:solidFill>
            </a:endParaRPr>
          </a:p>
        </p:txBody>
      </p:sp>
      <p:sp>
        <p:nvSpPr>
          <p:cNvPr id="25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3A9C3A1D-75CF-4061-A7ED-139F27DC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9958470"/>
            <a:ext cx="133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-1">
                <a:solidFill>
                  <a:schemeClr val="lt1"/>
                </a:solidFill>
                <a:latin typeface="Arial"/>
                <a:ea typeface="Arial"/>
                <a:cs typeface="Arial"/>
              </a:rPr>
              <a:t>RESUMO</a:t>
            </a:r>
          </a:p>
        </p:txBody>
      </p:sp>
      <p:sp>
        <p:nvSpPr>
          <p:cNvPr id="26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37CEA9B3-F0E5-47F8-B29B-2A58885F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18246870"/>
            <a:ext cx="133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-1">
                <a:solidFill>
                  <a:schemeClr val="lt1"/>
                </a:solidFill>
                <a:latin typeface="Arial"/>
                <a:ea typeface="Arial"/>
                <a:cs typeface="Arial"/>
              </a:rPr>
              <a:t>OBJETIVOS</a:t>
            </a:r>
          </a:p>
        </p:txBody>
      </p:sp>
      <p:sp>
        <p:nvSpPr>
          <p:cNvPr id="27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609189F8-C6AA-47C8-BAD8-72611801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4840" y="16829799"/>
            <a:ext cx="133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-1">
                <a:solidFill>
                  <a:schemeClr val="lt1"/>
                </a:solidFill>
                <a:latin typeface="Arial"/>
                <a:ea typeface="Arial"/>
                <a:cs typeface="Arial"/>
              </a:rPr>
              <a:t>CONCLUSÕES</a:t>
            </a:r>
          </a:p>
        </p:txBody>
      </p:sp>
      <p:sp>
        <p:nvSpPr>
          <p:cNvPr id="28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4BE51E59-3F3A-4427-AD96-A769BD7F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00" y="26011545"/>
            <a:ext cx="133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-1">
                <a:solidFill>
                  <a:schemeClr val="lt1"/>
                </a:solidFill>
              </a:rPr>
              <a:t>METODOLOGIA</a:t>
            </a:r>
            <a:endParaRPr sz="5400" b="1" spc="-1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6335BAB8-DCA9-492B-8809-5B0AB640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4120" y="28986440"/>
            <a:ext cx="133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-1">
                <a:solidFill>
                  <a:schemeClr val="lt1"/>
                </a:solidFill>
              </a:rPr>
              <a:t>CONSIDERAÇÕES FINAIS</a:t>
            </a:r>
            <a:endParaRPr sz="5400" spc="-1">
              <a:solidFill>
                <a:srgbClr val="000000"/>
              </a:solidFill>
            </a:endParaRPr>
          </a:p>
        </p:txBody>
      </p:sp>
      <p:sp>
        <p:nvSpPr>
          <p:cNvPr id="30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61E8DB8F-733A-4AD1-A82B-0B27A207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4120" y="35114040"/>
            <a:ext cx="133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-1">
                <a:solidFill>
                  <a:schemeClr val="lt1"/>
                </a:solidFill>
              </a:rPr>
              <a:t>REFERÊNCIAS</a:t>
            </a:r>
            <a:endParaRPr sz="5400" spc="-1">
              <a:solidFill>
                <a:srgbClr val="000000"/>
              </a:solidFill>
            </a:endParaRPr>
          </a:p>
        </p:txBody>
      </p:sp>
      <p:sp>
        <p:nvSpPr>
          <p:cNvPr id="31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1BE006E6-14DE-43E7-8837-7CC4A407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00" y="36497565"/>
            <a:ext cx="133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-1">
                <a:solidFill>
                  <a:schemeClr val="lt1"/>
                </a:solidFill>
              </a:rPr>
              <a:t>DADOS OBTIDOS E RESULTADOS</a:t>
            </a:r>
            <a:endParaRPr sz="5400" spc="-1">
              <a:solidFill>
                <a:srgbClr val="000000"/>
              </a:solidFill>
            </a:endParaRPr>
          </a:p>
        </p:txBody>
      </p:sp>
      <p:pic>
        <p:nvPicPr>
          <p:cNvPr id="100" name="Imagem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e1049d16348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550" y="42573"/>
            <a:ext cx="28803600" cy="4319473"/>
          </a:xfrm>
          <a:prstGeom xmlns:a="http://schemas.openxmlformats.org/drawingml/2006/main" prst="rect">
            <a:avLst/>
          </a:prstGeom>
        </p:spPr>
      </p:pic>
      <p:pic>
        <p:nvPicPr>
          <p:cNvPr id="101" name="Imagem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fee114f514c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6632" y="41819527"/>
            <a:ext cx="28803600" cy="1371745"/>
          </a:xfrm>
          <a:prstGeom xmlns:a="http://schemas.openxmlformats.org/drawingml/2006/main" prst="rect">
            <a:avLst/>
          </a:prstGeom>
        </p:spPr>
      </p:pic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1023f59f2a41c7"/>
          <a:stretch xmlns:a="http://schemas.openxmlformats.org/drawingml/2006/main"/>
        </p:blipFill>
        <p:spPr>
          <a:xfrm xmlns:a="http://schemas.openxmlformats.org/drawingml/2006/main">
            <a:off x="19432021" y="11077575"/>
            <a:ext cx="3988934" cy="5076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88778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2026-08-21T02:29:11.2450000Z</dcterms:created>
  <dcterms:modified xsi:type="dcterms:W3CDTF">2026-08-21T02:29:11.2460000Z</dcterms:modified>
</coreProperties>
</file>